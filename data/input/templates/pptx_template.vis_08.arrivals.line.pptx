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8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8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F00B-9F9F-FEC6-38C5-4436778C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EB450-3D48-6AF4-A20A-EF49659E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CBBBF-DC8E-83AE-5B51-1B3C0E41C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FE48F-B6E7-79D5-BD2A-0C48C9A04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67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3F51-F5DA-2406-C989-C0ACD364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93C1BD9A-CAB3-0E21-5A07-1C48711C4982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CE7D1D27-887D-55BE-64C4-4CA5C0F31B59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arrivals_line_image">
            <a:extLst>
              <a:ext uri="{FF2B5EF4-FFF2-40B4-BE49-F238E27FC236}">
                <a16:creationId xmlns:a16="http://schemas.microsoft.com/office/drawing/2014/main" id="{0D38FBE0-8C1E-B81B-4F0A-696B93C7F4B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arrivals_line_title">
            <a:extLst>
              <a:ext uri="{FF2B5EF4-FFF2-40B4-BE49-F238E27FC236}">
                <a16:creationId xmlns:a16="http://schemas.microsoft.com/office/drawing/2014/main" id="{051A6C23-D021-E7AC-5474-631C97EA889B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4463BB0-2B73-82D3-195E-A1FC58CBFCE5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10" name="vis_08_arrivals_line_legend">
            <a:extLst>
              <a:ext uri="{FF2B5EF4-FFF2-40B4-BE49-F238E27FC236}">
                <a16:creationId xmlns:a16="http://schemas.microsoft.com/office/drawing/2014/main" id="{8210C1F9-8176-D44C-56C2-57700C6D4D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612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33</cp:revision>
  <cp:lastPrinted>2024-03-19T13:40:49Z</cp:lastPrinted>
  <dcterms:created xsi:type="dcterms:W3CDTF">2025-05-06T17:20:06Z</dcterms:created>
  <dcterms:modified xsi:type="dcterms:W3CDTF">2026-09-23T14:31:46Z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