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6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ols_arrivals_bar_image">
            <a:extLst>
              <a:ext uri="{FF2B5EF4-FFF2-40B4-BE49-F238E27FC236}">
                <a16:creationId xmlns:a16="http://schemas.microsoft.com/office/drawing/2014/main" id="{9823079B-1FE0-72AA-384F-D64AD086BB6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ols_arrivals_bar_title">
            <a:extLst>
              <a:ext uri="{FF2B5EF4-FFF2-40B4-BE49-F238E27FC236}">
                <a16:creationId xmlns:a16="http://schemas.microsoft.com/office/drawing/2014/main" id="{D1087F02-0043-F7F0-5CAD-26D416989F96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8C7F24C-273F-50FB-67C6-53DA21D88874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10" name="vis_08_ols_arrivals_bar_legend">
            <a:extLst>
              <a:ext uri="{FF2B5EF4-FFF2-40B4-BE49-F238E27FC236}">
                <a16:creationId xmlns:a16="http://schemas.microsoft.com/office/drawing/2014/main" id="{7D8CD4B0-8C1A-85B2-3727-CE732254E2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  <p:pic>
        <p:nvPicPr>
          <p:cNvPr id="2" name="vis_08_ols_arrivals_bar_trend">
            <a:extLst>
              <a:ext uri="{FF2B5EF4-FFF2-40B4-BE49-F238E27FC236}">
                <a16:creationId xmlns:a16="http://schemas.microsoft.com/office/drawing/2014/main" id="{5AB6C225-3615-F7EB-EC6A-183C58DF813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184" y="134793"/>
            <a:ext cx="2078740" cy="6248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2505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35</cp:revision>
  <cp:lastPrinted>2024-03-19T13:40:49Z</cp:lastPrinted>
  <dcterms:created xsi:type="dcterms:W3CDTF">2025-05-06T17:20:06Z</dcterms:created>
  <dcterms:modified xsi:type="dcterms:W3CDTF">2026-09-23T17:57:09Z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