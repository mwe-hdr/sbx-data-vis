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22" y="5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38" name="vis_10_legend">
            <a:extLst>
              <a:ext uri="{FF2B5EF4-FFF2-40B4-BE49-F238E27FC236}">
                <a16:creationId xmlns:a16="http://schemas.microsoft.com/office/drawing/2014/main" id="{4E862CCE-3420-FE69-4CCE-959354D44DAD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7363" y="5028686"/>
            <a:ext cx="2726522" cy="1371600"/>
          </a:xfrm>
          <a:prstGeom prst="rect">
            <a:avLst/>
          </a:prstGeom>
        </p:spPr>
      </p:pic>
      <p:pic>
        <p:nvPicPr>
          <p:cNvPr id="40" name="vis_10_image">
            <a:extLst>
              <a:ext uri="{FF2B5EF4-FFF2-40B4-BE49-F238E27FC236}">
                <a16:creationId xmlns:a16="http://schemas.microsoft.com/office/drawing/2014/main" id="{AD196D3E-2754-F03A-016F-111F7B3EE73F}"/>
              </a:ext>
            </a:extLst>
          </p:cNvPr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6736"/>
            <a:ext cx="9692640" cy="5486400"/>
          </a:xfrm>
          <a:prstGeom prst="rect">
            <a:avLst/>
          </a:prstGeom>
        </p:spPr>
      </p:pic>
      <p:pic>
        <p:nvPicPr>
          <p:cNvPr id="3" name="vis_10_title" descr="vis_08_title__adf_classified_minimum__2020-04-01_00-00-00_to_2026-02-28_23-59-59_999999.png">
            <a:extLst>
              <a:ext uri="{FF2B5EF4-FFF2-40B4-BE49-F238E27FC236}">
                <a16:creationId xmlns:a16="http://schemas.microsoft.com/office/drawing/2014/main" id="{0A9F498D-BC45-573F-1131-B4D37BDD2A39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023" y="1000506"/>
            <a:ext cx="12188977" cy="274320"/>
          </a:xfrm>
          <a:prstGeom prst="rect">
            <a:avLst/>
          </a:prstGeom>
        </p:spPr>
      </p:pic>
      <p:pic>
        <p:nvPicPr>
          <p:cNvPr id="10" name="vis_10_tbl01">
            <a:extLst>
              <a:ext uri="{FF2B5EF4-FFF2-40B4-BE49-F238E27FC236}">
                <a16:creationId xmlns:a16="http://schemas.microsoft.com/office/drawing/2014/main" id="{5F95110D-3E46-ED52-424B-5001B85434F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4349" y="1331503"/>
            <a:ext cx="2292101" cy="60045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2648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27</cp:revision>
  <cp:lastPrinted>2024-03-19T13:40:49Z</cp:lastPrinted>
  <dcterms:created xsi:type="dcterms:W3CDTF">2025-05-06T17:20:06Z</dcterms:created>
  <dcterms:modified xsi:type="dcterms:W3CDTF">2026-08-28T17:43:25Z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