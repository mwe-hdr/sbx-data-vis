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6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>
        <p:guide pos="3840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2" name="txt_cohort_id">
            <a:extLst>
              <a:ext uri="{FF2B5EF4-FFF2-40B4-BE49-F238E27FC236}">
                <a16:creationId xmlns:a16="http://schemas.microsoft.com/office/drawing/2014/main" id="{18C7F24C-273F-50FB-67C6-53DA21D88874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38" name="vis_legend">
            <a:extLst>
              <a:ext uri="{FF2B5EF4-FFF2-40B4-BE49-F238E27FC236}">
                <a16:creationId xmlns:a16="http://schemas.microsoft.com/office/drawing/2014/main" id="{4E862CCE-3420-FE69-4CCE-959354D44DAD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363" y="5028686"/>
            <a:ext cx="2726522" cy="1371600"/>
          </a:xfrm>
          <a:prstGeom prst="rect">
            <a:avLst/>
          </a:prstGeom>
        </p:spPr>
      </p:pic>
      <p:pic>
        <p:nvPicPr>
          <p:cNvPr id="40" name="vis_image">
            <a:extLst>
              <a:ext uri="{FF2B5EF4-FFF2-40B4-BE49-F238E27FC236}">
                <a16:creationId xmlns:a16="http://schemas.microsoft.com/office/drawing/2014/main" id="{AD196D3E-2754-F03A-016F-111F7B3EE7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3" y="1371589"/>
            <a:ext cx="9144019" cy="5486411"/>
          </a:xfrm>
          <a:prstGeom prst="rect">
            <a:avLst/>
          </a:prstGeom>
        </p:spPr>
      </p:pic>
      <p:pic>
        <p:nvPicPr>
          <p:cNvPr id="44" name="vis_tbl01">
            <a:extLst>
              <a:ext uri="{FF2B5EF4-FFF2-40B4-BE49-F238E27FC236}">
                <a16:creationId xmlns:a16="http://schemas.microsoft.com/office/drawing/2014/main" id="{67461234-A206-B486-EBE3-9F62F6B2B2A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13" y="1294014"/>
            <a:ext cx="2596901" cy="1100330"/>
          </a:xfrm>
          <a:prstGeom prst="rect">
            <a:avLst/>
          </a:prstGeom>
        </p:spPr>
      </p:pic>
      <p:pic>
        <p:nvPicPr>
          <p:cNvPr id="3" name="vis_title" descr="vis_08_title__adf_classified_minimum__2020-04-01_00-00-00_to_2026-02-28_23-59-59_999999.png">
            <a:extLst>
              <a:ext uri="{FF2B5EF4-FFF2-40B4-BE49-F238E27FC236}">
                <a16:creationId xmlns:a16="http://schemas.microsoft.com/office/drawing/2014/main" id="{0A9F498D-BC45-573F-1131-B4D37BDD2A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3" y="1000506"/>
            <a:ext cx="12188977" cy="228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2603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18</cp:revision>
  <cp:lastPrinted>2024-03-19T13:40:49Z</cp:lastPrinted>
  <dcterms:created xsi:type="dcterms:W3CDTF">2025-05-06T17:20:06Z</dcterms:created>
  <dcterms:modified xsi:type="dcterms:W3CDTF">2026-08-24T16:06:38Z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