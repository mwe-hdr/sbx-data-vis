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35" r:id="rId4"/>
  </p:sldMasterIdLst>
  <p:notesMasterIdLst>
    <p:notesMasterId r:id="rId6"/>
  </p:notesMasterIdLst>
  <p:handoutMasterIdLst>
    <p:handoutMasterId r:id="rId7"/>
  </p:handoutMasterIdLst>
  <p:sldIdLst>
    <p:sldId id="2147473527" r:id="rId5"/>
  </p:sldIdLst>
  <p:sldSz cx="12192000" cy="6858000"/>
  <p:notesSz cx="7010400" cy="9296400"/>
  <p:defaultTextStyle>
    <a:defPPr>
      <a:defRPr lang="en-US"/>
    </a:defPPr>
    <a:lvl1pPr marL="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da + Intro" id="{0B94698A-D554-4AEC-B696-9B6FBB02721F}">
          <p14:sldIdLst>
            <p14:sldId id="2147473527"/>
          </p14:sldIdLst>
        </p14:section>
        <p14:section name="Template Slides" id="{4C99D80E-0E80-4543-A907-FDB470E4DB94}">
          <p14:sldIdLst/>
        </p14:section>
      </p14:sectionLst>
    </p:ex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18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852476-8B12-CF07-FCD9-DE54195D2C5F}" name="Bordovsky, Melissa" initials="MB" userId="S::MBORDOVSKY@hdrinc.com::5be3fe5f-b68a-4cc2-b62f-2a5938c1bb42" providerId="AD"/>
  <p188:author id="{64D85AB2-87BC-A245-53AC-0090A88F8424}" name="Rieke, Cindy" initials="CR" userId="S::CRIEKE@hdrinc.com::63f58f27-838a-4534-a857-120e00c4b954" providerId="AD"/>
  <p188:author id="{6EBF38FD-B7B7-5129-6640-E96CB774CF4B}" name="Gruwell, Nancy A." initials="NG" userId="S::NGRUWELL@hdrinc.com::7be3e31e-33b6-4163-8843-548f6d82419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rdovsky, Melissa" initials="BM" lastIdx="1" clrIdx="0">
    <p:extLst>
      <p:ext uri="{19B8F6BF-5375-455C-9EA6-DF929625EA0E}">
        <p15:presenceInfo xmlns:p15="http://schemas.microsoft.com/office/powerpoint/2012/main" userId="S::MBORDOVSKY@hdrinc.com::5be3fe5f-b68a-4cc2-b62f-2a5938c1bb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240" y="108"/>
      </p:cViewPr>
      <p:guideLst>
        <p:guide pos="3840"/>
        <p:guide orient="horz" pos="218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C6821C8-422F-4CA2-85E1-19A6D027F030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5704683-B56F-4408-8720-603ECE57E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7415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8D86595-6E20-4226-9E0D-B3822373F9DE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44CA3CC-E040-426A-BD9D-8E6CA1306B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35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3657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8229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2801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7373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C62AA-F821-3DC9-0981-425A0A81A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931438-50A7-9319-A8C1-7439695295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6F2363-AD61-79F9-E494-F9230B003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682DC-7D96-A4C2-6AD5-0269CD1148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CA3CC-E040-426A-BD9D-8E6CA1306B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658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4991D5C-27F0-15A1-0684-D4451F2D430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"/>
            <a:ext cx="12192000" cy="6858000"/>
          </a:xfrm>
          <a:solidFill>
            <a:schemeClr val="accent1"/>
          </a:solidFill>
        </p:spPr>
        <p:txBody>
          <a:bodyPr anchor="t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429000"/>
            <a:ext cx="10972800" cy="1524000"/>
          </a:xfrm>
        </p:spPr>
        <p:txBody>
          <a:bodyPr anchor="t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7672388" y="6135623"/>
            <a:ext cx="3894137" cy="173355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 sz="1600"/>
            </a:lvl2pPr>
            <a:lvl3pPr marL="960067" indent="0">
              <a:buNone/>
              <a:defRPr sz="1600"/>
            </a:lvl3pPr>
            <a:lvl4pPr marL="1417245" indent="0">
              <a:buNone/>
              <a:defRPr sz="1600"/>
            </a:lvl4pPr>
            <a:lvl5pPr marL="1874423" indent="0">
              <a:buNone/>
              <a:defRPr sz="1600"/>
            </a:lvl5pPr>
          </a:lstStyle>
          <a:p>
            <a:pPr lvl="0"/>
            <a:r>
              <a:rPr lang="en-US"/>
              <a:t>Date here</a:t>
            </a:r>
          </a:p>
        </p:txBody>
      </p:sp>
      <p:sp>
        <p:nvSpPr>
          <p:cNvPr id="4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09600" y="5958840"/>
            <a:ext cx="662720" cy="365760"/>
          </a:xfrm>
          <a:custGeom>
            <a:avLst/>
            <a:gdLst>
              <a:gd name="T0" fmla="*/ 693 w 1044"/>
              <a:gd name="T1" fmla="*/ 280 h 576"/>
              <a:gd name="T2" fmla="*/ 693 w 1044"/>
              <a:gd name="T3" fmla="*/ 280 h 576"/>
              <a:gd name="T4" fmla="*/ 413 w 1044"/>
              <a:gd name="T5" fmla="*/ 561 h 576"/>
              <a:gd name="T6" fmla="*/ 347 w 1044"/>
              <a:gd name="T7" fmla="*/ 561 h 576"/>
              <a:gd name="T8" fmla="*/ 347 w 1044"/>
              <a:gd name="T9" fmla="*/ 455 h 576"/>
              <a:gd name="T10" fmla="*/ 413 w 1044"/>
              <a:gd name="T11" fmla="*/ 455 h 576"/>
              <a:gd name="T12" fmla="*/ 588 w 1044"/>
              <a:gd name="T13" fmla="*/ 280 h 576"/>
              <a:gd name="T14" fmla="*/ 413 w 1044"/>
              <a:gd name="T15" fmla="*/ 105 h 576"/>
              <a:gd name="T16" fmla="*/ 347 w 1044"/>
              <a:gd name="T17" fmla="*/ 105 h 576"/>
              <a:gd name="T18" fmla="*/ 347 w 1044"/>
              <a:gd name="T19" fmla="*/ 0 h 576"/>
              <a:gd name="T20" fmla="*/ 413 w 1044"/>
              <a:gd name="T21" fmla="*/ 0 h 576"/>
              <a:gd name="T22" fmla="*/ 693 w 1044"/>
              <a:gd name="T23" fmla="*/ 280 h 576"/>
              <a:gd name="T24" fmla="*/ 693 w 1044"/>
              <a:gd name="T25" fmla="*/ 280 h 576"/>
              <a:gd name="T26" fmla="*/ 693 w 1044"/>
              <a:gd name="T27" fmla="*/ 280 h 576"/>
              <a:gd name="T28" fmla="*/ 693 w 1044"/>
              <a:gd name="T29" fmla="*/ 280 h 576"/>
              <a:gd name="T30" fmla="*/ 693 w 1044"/>
              <a:gd name="T31" fmla="*/ 101 h 576"/>
              <a:gd name="T32" fmla="*/ 820 w 1044"/>
              <a:gd name="T33" fmla="*/ 101 h 576"/>
              <a:gd name="T34" fmla="*/ 902 w 1044"/>
              <a:gd name="T35" fmla="*/ 127 h 576"/>
              <a:gd name="T36" fmla="*/ 928 w 1044"/>
              <a:gd name="T37" fmla="*/ 191 h 576"/>
              <a:gd name="T38" fmla="*/ 825 w 1044"/>
              <a:gd name="T39" fmla="*/ 281 h 576"/>
              <a:gd name="T40" fmla="*/ 793 w 1044"/>
              <a:gd name="T41" fmla="*/ 281 h 576"/>
              <a:gd name="T42" fmla="*/ 756 w 1044"/>
              <a:gd name="T43" fmla="*/ 361 h 576"/>
              <a:gd name="T44" fmla="*/ 963 w 1044"/>
              <a:gd name="T45" fmla="*/ 576 h 576"/>
              <a:gd name="T46" fmla="*/ 1044 w 1044"/>
              <a:gd name="T47" fmla="*/ 508 h 576"/>
              <a:gd name="T48" fmla="*/ 897 w 1044"/>
              <a:gd name="T49" fmla="*/ 360 h 576"/>
              <a:gd name="T50" fmla="*/ 1033 w 1044"/>
              <a:gd name="T51" fmla="*/ 193 h 576"/>
              <a:gd name="T52" fmla="*/ 975 w 1044"/>
              <a:gd name="T53" fmla="*/ 50 h 576"/>
              <a:gd name="T54" fmla="*/ 812 w 1044"/>
              <a:gd name="T55" fmla="*/ 0 h 576"/>
              <a:gd name="T56" fmla="*/ 693 w 1044"/>
              <a:gd name="T57" fmla="*/ 0 h 576"/>
              <a:gd name="T58" fmla="*/ 693 w 1044"/>
              <a:gd name="T59" fmla="*/ 101 h 576"/>
              <a:gd name="T60" fmla="*/ 350 w 1044"/>
              <a:gd name="T61" fmla="*/ 224 h 576"/>
              <a:gd name="T62" fmla="*/ 114 w 1044"/>
              <a:gd name="T63" fmla="*/ 224 h 576"/>
              <a:gd name="T64" fmla="*/ 114 w 1044"/>
              <a:gd name="T65" fmla="*/ 0 h 576"/>
              <a:gd name="T66" fmla="*/ 0 w 1044"/>
              <a:gd name="T67" fmla="*/ 0 h 576"/>
              <a:gd name="T68" fmla="*/ 0 w 1044"/>
              <a:gd name="T69" fmla="*/ 561 h 576"/>
              <a:gd name="T70" fmla="*/ 114 w 1044"/>
              <a:gd name="T71" fmla="*/ 561 h 576"/>
              <a:gd name="T72" fmla="*/ 114 w 1044"/>
              <a:gd name="T73" fmla="*/ 336 h 576"/>
              <a:gd name="T74" fmla="*/ 350 w 1044"/>
              <a:gd name="T75" fmla="*/ 336 h 576"/>
              <a:gd name="T76" fmla="*/ 350 w 1044"/>
              <a:gd name="T77" fmla="*/ 224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44" h="576">
                <a:moveTo>
                  <a:pt x="693" y="280"/>
                </a:moveTo>
                <a:cubicBezTo>
                  <a:pt x="693" y="280"/>
                  <a:pt x="693" y="280"/>
                  <a:pt x="693" y="280"/>
                </a:cubicBezTo>
                <a:cubicBezTo>
                  <a:pt x="693" y="442"/>
                  <a:pt x="575" y="561"/>
                  <a:pt x="413" y="561"/>
                </a:cubicBezTo>
                <a:cubicBezTo>
                  <a:pt x="347" y="561"/>
                  <a:pt x="347" y="561"/>
                  <a:pt x="347" y="561"/>
                </a:cubicBezTo>
                <a:cubicBezTo>
                  <a:pt x="347" y="455"/>
                  <a:pt x="347" y="455"/>
                  <a:pt x="347" y="455"/>
                </a:cubicBezTo>
                <a:cubicBezTo>
                  <a:pt x="413" y="455"/>
                  <a:pt x="413" y="455"/>
                  <a:pt x="413" y="455"/>
                </a:cubicBezTo>
                <a:cubicBezTo>
                  <a:pt x="516" y="455"/>
                  <a:pt x="588" y="383"/>
                  <a:pt x="588" y="280"/>
                </a:cubicBezTo>
                <a:cubicBezTo>
                  <a:pt x="588" y="177"/>
                  <a:pt x="516" y="105"/>
                  <a:pt x="413" y="105"/>
                </a:cubicBezTo>
                <a:cubicBezTo>
                  <a:pt x="347" y="105"/>
                  <a:pt x="347" y="105"/>
                  <a:pt x="347" y="105"/>
                </a:cubicBezTo>
                <a:cubicBezTo>
                  <a:pt x="347" y="0"/>
                  <a:pt x="347" y="0"/>
                  <a:pt x="347" y="0"/>
                </a:cubicBezTo>
                <a:cubicBezTo>
                  <a:pt x="413" y="0"/>
                  <a:pt x="413" y="0"/>
                  <a:pt x="413" y="0"/>
                </a:cubicBezTo>
                <a:cubicBezTo>
                  <a:pt x="575" y="0"/>
                  <a:pt x="693" y="118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lose/>
                <a:moveTo>
                  <a:pt x="693" y="101"/>
                </a:moveTo>
                <a:cubicBezTo>
                  <a:pt x="820" y="101"/>
                  <a:pt x="820" y="101"/>
                  <a:pt x="820" y="101"/>
                </a:cubicBezTo>
                <a:cubicBezTo>
                  <a:pt x="858" y="101"/>
                  <a:pt x="884" y="109"/>
                  <a:pt x="902" y="127"/>
                </a:cubicBezTo>
                <a:cubicBezTo>
                  <a:pt x="919" y="144"/>
                  <a:pt x="928" y="166"/>
                  <a:pt x="928" y="191"/>
                </a:cubicBezTo>
                <a:cubicBezTo>
                  <a:pt x="928" y="247"/>
                  <a:pt x="879" y="281"/>
                  <a:pt x="825" y="281"/>
                </a:cubicBezTo>
                <a:cubicBezTo>
                  <a:pt x="793" y="281"/>
                  <a:pt x="793" y="281"/>
                  <a:pt x="793" y="281"/>
                </a:cubicBezTo>
                <a:cubicBezTo>
                  <a:pt x="756" y="361"/>
                  <a:pt x="756" y="361"/>
                  <a:pt x="756" y="361"/>
                </a:cubicBezTo>
                <a:cubicBezTo>
                  <a:pt x="963" y="576"/>
                  <a:pt x="963" y="576"/>
                  <a:pt x="963" y="576"/>
                </a:cubicBezTo>
                <a:cubicBezTo>
                  <a:pt x="1044" y="508"/>
                  <a:pt x="1044" y="508"/>
                  <a:pt x="1044" y="508"/>
                </a:cubicBezTo>
                <a:cubicBezTo>
                  <a:pt x="897" y="360"/>
                  <a:pt x="897" y="360"/>
                  <a:pt x="897" y="360"/>
                </a:cubicBezTo>
                <a:cubicBezTo>
                  <a:pt x="978" y="345"/>
                  <a:pt x="1033" y="271"/>
                  <a:pt x="1033" y="193"/>
                </a:cubicBezTo>
                <a:cubicBezTo>
                  <a:pt x="1033" y="135"/>
                  <a:pt x="1017" y="90"/>
                  <a:pt x="975" y="50"/>
                </a:cubicBezTo>
                <a:cubicBezTo>
                  <a:pt x="932" y="10"/>
                  <a:pt x="884" y="0"/>
                  <a:pt x="812" y="0"/>
                </a:cubicBezTo>
                <a:cubicBezTo>
                  <a:pt x="693" y="0"/>
                  <a:pt x="693" y="0"/>
                  <a:pt x="693" y="0"/>
                </a:cubicBezTo>
                <a:lnTo>
                  <a:pt x="693" y="101"/>
                </a:lnTo>
                <a:close/>
                <a:moveTo>
                  <a:pt x="350" y="224"/>
                </a:moveTo>
                <a:cubicBezTo>
                  <a:pt x="114" y="224"/>
                  <a:pt x="114" y="224"/>
                  <a:pt x="114" y="224"/>
                </a:cubicBezTo>
                <a:cubicBezTo>
                  <a:pt x="114" y="0"/>
                  <a:pt x="114" y="0"/>
                  <a:pt x="11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561"/>
                  <a:pt x="0" y="561"/>
                  <a:pt x="0" y="561"/>
                </a:cubicBezTo>
                <a:cubicBezTo>
                  <a:pt x="114" y="561"/>
                  <a:pt x="114" y="561"/>
                  <a:pt x="114" y="561"/>
                </a:cubicBezTo>
                <a:cubicBezTo>
                  <a:pt x="114" y="336"/>
                  <a:pt x="114" y="336"/>
                  <a:pt x="114" y="336"/>
                </a:cubicBezTo>
                <a:cubicBezTo>
                  <a:pt x="350" y="336"/>
                  <a:pt x="350" y="336"/>
                  <a:pt x="350" y="336"/>
                </a:cubicBezTo>
                <a:lnTo>
                  <a:pt x="350" y="2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C2092C-0104-355E-4234-30DA91DA1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610600" y="6430092"/>
            <a:ext cx="29718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1219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u="none" strike="noStrike" kern="120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rPr>
              <a:t>© HDR 2024,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1005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651C2-C33F-5325-C9D5-CBACD3467E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57406"/>
            <a:ext cx="10972800" cy="257358"/>
          </a:xfrm>
        </p:spPr>
        <p:txBody>
          <a:bodyPr/>
          <a:lstStyle>
            <a:lvl1pPr>
              <a:defRPr sz="1400" spc="300"/>
            </a:lvl1pPr>
          </a:lstStyle>
          <a:p>
            <a:r>
              <a:rPr lang="en-US"/>
              <a:t>TAP TO ADD AGENDA TITLE HERE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219200" y="45720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1816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219200" y="51816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57912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219200" y="57912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6137088" y="45720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746688" y="45720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6137088" y="51816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6746688" y="51816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6137088" y="57912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6746688" y="57912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4" hasCustomPrompt="1"/>
          </p:nvPr>
        </p:nvSpPr>
        <p:spPr>
          <a:xfrm>
            <a:off x="0" y="0"/>
            <a:ext cx="12192000" cy="3429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</p:spTree>
    <p:extLst>
      <p:ext uri="{BB962C8B-B14F-4D97-AF65-F5344CB8AC3E}">
        <p14:creationId xmlns:p14="http://schemas.microsoft.com/office/powerpoint/2010/main" val="1952248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4648200"/>
            <a:ext cx="1143000" cy="762000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0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667000" y="4648200"/>
            <a:ext cx="8915400" cy="762000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0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630788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22300" y="685800"/>
            <a:ext cx="2819400" cy="1676400"/>
          </a:xfrm>
          <a:noFill/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5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22300" y="2289177"/>
            <a:ext cx="10058400" cy="1819275"/>
          </a:xfrm>
          <a:noFill/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4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4005580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02A7B5D-DD99-FDF0-EC93-67002EA93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24400" y="457200"/>
            <a:ext cx="2743200" cy="274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1142999"/>
            <a:ext cx="12191999" cy="3066144"/>
          </a:xfrm>
          <a:solidFill>
            <a:schemeClr val="accent1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Color block or insert photo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3B89BC1-1D60-6DB3-A19A-BF48DF4DD8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24400" y="457200"/>
            <a:ext cx="2743200" cy="27432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8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F8D3E-F874-461D-815C-F28ABB35C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666343"/>
            <a:ext cx="10972800" cy="838200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2721788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66800" y="685800"/>
            <a:ext cx="10058400" cy="5486400"/>
          </a:xfrm>
        </p:spPr>
        <p:txBody>
          <a:bodyPr anchor="ctr">
            <a:normAutofit/>
          </a:bodyPr>
          <a:lstStyle>
            <a:lvl1pPr algn="ctr">
              <a:lnSpc>
                <a:spcPts val="44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“Tap to add quote text”</a:t>
            </a:r>
          </a:p>
        </p:txBody>
      </p:sp>
    </p:spTree>
    <p:extLst>
      <p:ext uri="{BB962C8B-B14F-4D97-AF65-F5344CB8AC3E}">
        <p14:creationId xmlns:p14="http://schemas.microsoft.com/office/powerpoint/2010/main" val="3455549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19759" y="1452880"/>
            <a:ext cx="10972165" cy="487172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B99A40-24DE-4538-8985-32AAF462CC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Tap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1471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109728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10972165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5087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039600" y="0"/>
            <a:ext cx="152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109728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10972165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4596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DFB287-C281-914C-4A62-64E49C856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3786" y="1468350"/>
            <a:ext cx="11504924" cy="429945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0F0EBC-4D0E-AEBA-472C-FDF3195456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625" y="1706563"/>
            <a:ext cx="6824663" cy="381635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F81A9D-CA69-22B8-AD7B-0ED8E910B2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Tap to add title</a:t>
            </a:r>
          </a:p>
        </p:txBody>
      </p:sp>
      <p:sp>
        <p:nvSpPr>
          <p:cNvPr id="3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09599" y="1707003"/>
            <a:ext cx="3693459" cy="381762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214838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715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782715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9445882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715000" cy="3407664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71673"/>
            <a:ext cx="5715000" cy="3386328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208593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54864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5486400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3407664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6477000" y="3471673"/>
            <a:ext cx="5715000" cy="3386328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652071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97C77853-3323-EDAF-192F-9CC832061B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5715000" cy="341376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0DDC2401-11A9-728C-2223-C63A1EA58FC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77768"/>
            <a:ext cx="2825496" cy="3380232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8D0C96B2-4664-0D45-B36C-A089436A11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89504" y="3477768"/>
            <a:ext cx="2825496" cy="338328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2908507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1364484"/>
            <a:ext cx="54864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5486400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1EFE5D97-E6BE-2E4E-91AD-6B49984AD19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341376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122D8C-F762-66BD-0E11-F82054FA3F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76999" y="3477768"/>
            <a:ext cx="2825496" cy="3380232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05B9283-8060-A3AC-AF5A-555906D4B5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66503" y="3477768"/>
            <a:ext cx="2825496" cy="338328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28062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09599" y="1828800"/>
            <a:ext cx="5340096" cy="3886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09600" y="5830195"/>
            <a:ext cx="5339303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7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247085" y="1828800"/>
            <a:ext cx="5340096" cy="3886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6243096" y="5830195"/>
            <a:ext cx="533930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40067662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35000" y="1828800"/>
            <a:ext cx="3450336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4927601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4401820" y="1828800"/>
            <a:ext cx="3413760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4401820" y="4927601"/>
            <a:ext cx="3413760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8132064" y="1828800"/>
            <a:ext cx="3450336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8132064" y="4927601"/>
            <a:ext cx="3450336" cy="495300"/>
          </a:xfrm>
        </p:spPr>
        <p:txBody>
          <a:bodyPr>
            <a:noAutofit/>
          </a:bodyPr>
          <a:lstStyle>
            <a:lvl1pPr marL="0" indent="0" algn="ctr"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37238585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35000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4999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3442885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3442885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237565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6250771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8" hasCustomPrompt="1"/>
          </p:nvPr>
        </p:nvSpPr>
        <p:spPr>
          <a:xfrm>
            <a:off x="9045450" y="2074332"/>
            <a:ext cx="2523744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9058656" y="49276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40900997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851408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3438527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4580128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4382008" y="3438527"/>
            <a:ext cx="3413760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1" name="Picture Placeholder 10"/>
          <p:cNvSpPr>
            <a:spLocks noGrp="1"/>
          </p:cNvSpPr>
          <p:nvPr>
            <p:ph type="pic" sz="quarter" idx="19" hasCustomPrompt="1"/>
          </p:nvPr>
        </p:nvSpPr>
        <p:spPr>
          <a:xfrm>
            <a:off x="8345424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8129016" y="3438527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0" hasCustomPrompt="1"/>
          </p:nvPr>
        </p:nvSpPr>
        <p:spPr>
          <a:xfrm>
            <a:off x="851408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2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635000" y="6159500"/>
            <a:ext cx="3450336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7" name="Picture Placeholder 10"/>
          <p:cNvSpPr>
            <a:spLocks noGrp="1"/>
          </p:cNvSpPr>
          <p:nvPr>
            <p:ph type="pic" sz="quarter" idx="21" hasCustomPrompt="1"/>
          </p:nvPr>
        </p:nvSpPr>
        <p:spPr>
          <a:xfrm>
            <a:off x="4580128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3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382008" y="6159500"/>
            <a:ext cx="3413760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8345424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4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8129016" y="6159500"/>
            <a:ext cx="3450336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37071109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747776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3555661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3442885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363547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6250771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8" hasCustomPrompt="1"/>
          </p:nvPr>
        </p:nvSpPr>
        <p:spPr>
          <a:xfrm>
            <a:off x="9177528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9058656" y="32766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30" hasCustomPrompt="1"/>
          </p:nvPr>
        </p:nvSpPr>
        <p:spPr>
          <a:xfrm>
            <a:off x="747776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31" hasCustomPrompt="1"/>
          </p:nvPr>
        </p:nvSpPr>
        <p:spPr>
          <a:xfrm>
            <a:off x="635000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32" hasCustomPrompt="1"/>
          </p:nvPr>
        </p:nvSpPr>
        <p:spPr>
          <a:xfrm>
            <a:off x="3555661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33" hasCustomPrompt="1"/>
          </p:nvPr>
        </p:nvSpPr>
        <p:spPr>
          <a:xfrm>
            <a:off x="3442885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5" name="Picture Placeholder 10"/>
          <p:cNvSpPr>
            <a:spLocks noGrp="1"/>
          </p:cNvSpPr>
          <p:nvPr>
            <p:ph type="pic" sz="quarter" idx="34" hasCustomPrompt="1"/>
          </p:nvPr>
        </p:nvSpPr>
        <p:spPr>
          <a:xfrm>
            <a:off x="6363547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35" hasCustomPrompt="1"/>
          </p:nvPr>
        </p:nvSpPr>
        <p:spPr>
          <a:xfrm>
            <a:off x="6250771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36" hasCustomPrompt="1"/>
          </p:nvPr>
        </p:nvSpPr>
        <p:spPr>
          <a:xfrm>
            <a:off x="9177528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37" hasCustomPrompt="1"/>
          </p:nvPr>
        </p:nvSpPr>
        <p:spPr>
          <a:xfrm>
            <a:off x="9058656" y="58293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14720485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08624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08624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2863212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2863212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2" name="Picture Placeholder 10"/>
          <p:cNvSpPr>
            <a:spLocks noGrp="1"/>
          </p:cNvSpPr>
          <p:nvPr>
            <p:ph type="pic" sz="quarter" idx="38" hasCustomPrompt="1"/>
          </p:nvPr>
        </p:nvSpPr>
        <p:spPr>
          <a:xfrm>
            <a:off x="5117800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39" hasCustomPrompt="1"/>
          </p:nvPr>
        </p:nvSpPr>
        <p:spPr>
          <a:xfrm>
            <a:off x="5117800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5" name="Picture Placeholder 10"/>
          <p:cNvSpPr>
            <a:spLocks noGrp="1"/>
          </p:cNvSpPr>
          <p:nvPr>
            <p:ph type="pic" sz="quarter" idx="40" hasCustomPrompt="1"/>
          </p:nvPr>
        </p:nvSpPr>
        <p:spPr>
          <a:xfrm>
            <a:off x="7372388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indent="0" algn="ctr">
              <a:buNone/>
              <a:defRPr lang="en-US" sz="1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41" hasCustomPrompt="1"/>
          </p:nvPr>
        </p:nvSpPr>
        <p:spPr>
          <a:xfrm>
            <a:off x="7372388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2" name="Picture Placeholder 10"/>
          <p:cNvSpPr>
            <a:spLocks noGrp="1"/>
          </p:cNvSpPr>
          <p:nvPr>
            <p:ph type="pic" sz="quarter" idx="42" hasCustomPrompt="1"/>
          </p:nvPr>
        </p:nvSpPr>
        <p:spPr>
          <a:xfrm>
            <a:off x="9626977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3" name="Text Placeholder 17"/>
          <p:cNvSpPr>
            <a:spLocks noGrp="1"/>
          </p:cNvSpPr>
          <p:nvPr>
            <p:ph type="body" sz="quarter" idx="43" hasCustomPrompt="1"/>
          </p:nvPr>
        </p:nvSpPr>
        <p:spPr>
          <a:xfrm>
            <a:off x="9626977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5" name="Picture Placeholder 10"/>
          <p:cNvSpPr>
            <a:spLocks noGrp="1"/>
          </p:cNvSpPr>
          <p:nvPr>
            <p:ph type="pic" sz="quarter" idx="44" hasCustomPrompt="1"/>
          </p:nvPr>
        </p:nvSpPr>
        <p:spPr>
          <a:xfrm>
            <a:off x="608624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6" name="Text Placeholder 17"/>
          <p:cNvSpPr>
            <a:spLocks noGrp="1"/>
          </p:cNvSpPr>
          <p:nvPr>
            <p:ph type="body" sz="quarter" idx="45" hasCustomPrompt="1"/>
          </p:nvPr>
        </p:nvSpPr>
        <p:spPr>
          <a:xfrm>
            <a:off x="608624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7" name="Picture Placeholder 10"/>
          <p:cNvSpPr>
            <a:spLocks noGrp="1"/>
          </p:cNvSpPr>
          <p:nvPr>
            <p:ph type="pic" sz="quarter" idx="46" hasCustomPrompt="1"/>
          </p:nvPr>
        </p:nvSpPr>
        <p:spPr>
          <a:xfrm>
            <a:off x="2863212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47" hasCustomPrompt="1"/>
          </p:nvPr>
        </p:nvSpPr>
        <p:spPr>
          <a:xfrm>
            <a:off x="2863212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9" name="Picture Placeholder 10"/>
          <p:cNvSpPr>
            <a:spLocks noGrp="1"/>
          </p:cNvSpPr>
          <p:nvPr>
            <p:ph type="pic" sz="quarter" idx="48" hasCustomPrompt="1"/>
          </p:nvPr>
        </p:nvSpPr>
        <p:spPr>
          <a:xfrm>
            <a:off x="5117800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49" hasCustomPrompt="1"/>
          </p:nvPr>
        </p:nvSpPr>
        <p:spPr>
          <a:xfrm>
            <a:off x="5117800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41" name="Picture Placeholder 10"/>
          <p:cNvSpPr>
            <a:spLocks noGrp="1"/>
          </p:cNvSpPr>
          <p:nvPr>
            <p:ph type="pic" sz="quarter" idx="50" hasCustomPrompt="1"/>
          </p:nvPr>
        </p:nvSpPr>
        <p:spPr>
          <a:xfrm>
            <a:off x="7372388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2" name="Text Placeholder 17"/>
          <p:cNvSpPr>
            <a:spLocks noGrp="1"/>
          </p:cNvSpPr>
          <p:nvPr>
            <p:ph type="body" sz="quarter" idx="51" hasCustomPrompt="1"/>
          </p:nvPr>
        </p:nvSpPr>
        <p:spPr>
          <a:xfrm>
            <a:off x="7372388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43" name="Picture Placeholder 10"/>
          <p:cNvSpPr>
            <a:spLocks noGrp="1"/>
          </p:cNvSpPr>
          <p:nvPr>
            <p:ph type="pic" sz="quarter" idx="52" hasCustomPrompt="1"/>
          </p:nvPr>
        </p:nvSpPr>
        <p:spPr>
          <a:xfrm>
            <a:off x="9626977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4" name="Text Placeholder 17"/>
          <p:cNvSpPr>
            <a:spLocks noGrp="1"/>
          </p:cNvSpPr>
          <p:nvPr>
            <p:ph type="body" sz="quarter" idx="53" hasCustomPrompt="1"/>
          </p:nvPr>
        </p:nvSpPr>
        <p:spPr>
          <a:xfrm>
            <a:off x="9626977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683544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ro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project photo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0" y="6057781"/>
            <a:ext cx="12192000" cy="800219"/>
          </a:xfrm>
          <a:solidFill>
            <a:srgbClr val="000000">
              <a:alpha val="50196"/>
            </a:srgbClr>
          </a:solidFill>
        </p:spPr>
        <p:txBody>
          <a:bodyPr wrap="square" lIns="457200" tIns="274320" rIns="274320" bIns="274320" anchor="ctr">
            <a:spAutoFit/>
          </a:bodyPr>
          <a:lstStyle>
            <a:lvl1pPr>
              <a:lnSpc>
                <a:spcPct val="100000"/>
              </a:lnSpc>
              <a:defRPr sz="1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Tap to add Project Name/location/information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10110787" y="3967845"/>
            <a:ext cx="3967163" cy="195263"/>
          </a:xfrm>
        </p:spPr>
        <p:txBody>
          <a:bodyPr lIns="91440" tIns="91440" rIns="91440" bIns="91440" anchor="ctr">
            <a:no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189" indent="0">
              <a:buNone/>
              <a:defRPr sz="900"/>
            </a:lvl2pPr>
            <a:lvl3pPr marL="960067" indent="0">
              <a:buNone/>
              <a:defRPr sz="900"/>
            </a:lvl3pPr>
            <a:lvl4pPr marL="1417245" indent="0">
              <a:buNone/>
              <a:defRPr sz="900"/>
            </a:lvl4pPr>
            <a:lvl5pPr marL="1874423" indent="0">
              <a:buNone/>
              <a:defRPr sz="900"/>
            </a:lvl5pPr>
          </a:lstStyle>
          <a:p>
            <a:pPr lvl="0"/>
            <a:r>
              <a:rPr lang="en-US"/>
              <a:t>© 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15299948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ro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2E4674E-2848-4E6E-256D-6B460D2860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508738"/>
            <a:ext cx="12192000" cy="434926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1493087"/>
          </a:xfrm>
          <a:prstGeom prst="rect">
            <a:avLst/>
          </a:prstGeom>
          <a:noFill/>
        </p:spPr>
        <p:txBody>
          <a:bodyPr wrap="square" lIns="0" tIns="91440" rIns="274320" bIns="0" anchor="t" anchorCtr="0">
            <a:noAutofit/>
          </a:bodyPr>
          <a:lstStyle>
            <a:lvl1pPr>
              <a:lnSpc>
                <a:spcPct val="100000"/>
              </a:lnSpc>
              <a:defRPr sz="18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Tap to add Project Name/location/information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C697C965-D028-4521-9374-54082BA4464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8" y="1874087"/>
            <a:ext cx="5438777" cy="445051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91440" rIns="91440" bIns="9144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1F163BC-6F45-44FE-8998-3446B9CB004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39817" y="0"/>
            <a:ext cx="5442583" cy="33165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6139817" y="3409905"/>
            <a:ext cx="2688330" cy="29146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5B28CA11-43D5-6D7B-1517-30824F621AA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41695" y="3409905"/>
            <a:ext cx="2640705" cy="29146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</p:spTree>
    <p:extLst>
      <p:ext uri="{BB962C8B-B14F-4D97-AF65-F5344CB8AC3E}">
        <p14:creationId xmlns:p14="http://schemas.microsoft.com/office/powerpoint/2010/main" val="24004027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10110787" y="4776787"/>
            <a:ext cx="3967163" cy="195263"/>
          </a:xfrm>
        </p:spPr>
        <p:txBody>
          <a:bodyPr lIns="91440" tIns="91440" rIns="91440" bIns="91440"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bg1"/>
                </a:solidFill>
              </a:defRPr>
            </a:lvl1pPr>
            <a:lvl2pPr marL="457189" indent="0">
              <a:buNone/>
              <a:defRPr sz="900"/>
            </a:lvl2pPr>
            <a:lvl3pPr marL="960067" indent="0">
              <a:buNone/>
              <a:defRPr sz="900"/>
            </a:lvl3pPr>
            <a:lvl4pPr marL="1417245" indent="0">
              <a:buNone/>
              <a:defRPr sz="900"/>
            </a:lvl4pPr>
            <a:lvl5pPr marL="1874423" indent="0">
              <a:buNone/>
              <a:defRPr sz="900"/>
            </a:lvl5pPr>
          </a:lstStyle>
          <a:p>
            <a:pPr lvl="0"/>
            <a:r>
              <a:rPr lang="en-US"/>
              <a:t>© 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5564412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rg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Tap to add Master Org Chart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72722"/>
            <a:ext cx="10972800" cy="438467"/>
          </a:xfrm>
          <a:solidFill>
            <a:schemeClr val="accent1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bg1"/>
                </a:solidFill>
              </a:defRPr>
            </a:lvl1pPr>
            <a:lvl2pPr marL="457189" indent="0">
              <a:buNone/>
              <a:defRPr sz="2400" b="1"/>
            </a:lvl2pPr>
            <a:lvl3pPr marL="960067" indent="0">
              <a:buNone/>
              <a:defRPr sz="2400" b="1"/>
            </a:lvl3pPr>
            <a:lvl4pPr marL="1417245" indent="0">
              <a:buNone/>
              <a:defRPr sz="2400" b="1"/>
            </a:lvl4pPr>
            <a:lvl5pPr marL="1874423" indent="0">
              <a:buNone/>
              <a:defRPr sz="2400" b="1"/>
            </a:lvl5pPr>
          </a:lstStyle>
          <a:p>
            <a:pPr lvl="0"/>
            <a:r>
              <a:rPr lang="en-US"/>
              <a:t>Tap to add Tier 1 Heading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14172" y="3442075"/>
            <a:ext cx="10972800" cy="438467"/>
          </a:xfrm>
          <a:solidFill>
            <a:schemeClr val="bg2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</a:defRPr>
            </a:lvl1pPr>
            <a:lvl2pPr marL="457189" indent="0">
              <a:buNone/>
              <a:defRPr sz="2400" b="1"/>
            </a:lvl2pPr>
            <a:lvl3pPr marL="960067" indent="0">
              <a:buNone/>
              <a:defRPr sz="2400" b="1"/>
            </a:lvl3pPr>
            <a:lvl4pPr marL="1417245" indent="0">
              <a:buNone/>
              <a:defRPr sz="2400" b="1"/>
            </a:lvl4pPr>
            <a:lvl5pPr marL="1874423" indent="0">
              <a:buNone/>
              <a:defRPr sz="2400" b="1"/>
            </a:lvl5pPr>
          </a:lstStyle>
          <a:p>
            <a:pPr lvl="0"/>
            <a:r>
              <a:rPr lang="en-US"/>
              <a:t>Tap to add Tier 2 Header</a:t>
            </a:r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46" hasCustomPrompt="1"/>
          </p:nvPr>
        </p:nvSpPr>
        <p:spPr>
          <a:xfrm>
            <a:off x="59182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47" hasCustomPrompt="1"/>
          </p:nvPr>
        </p:nvSpPr>
        <p:spPr>
          <a:xfrm>
            <a:off x="59182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48" hasCustomPrompt="1"/>
          </p:nvPr>
        </p:nvSpPr>
        <p:spPr>
          <a:xfrm>
            <a:off x="449580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49" hasCustomPrompt="1"/>
          </p:nvPr>
        </p:nvSpPr>
        <p:spPr>
          <a:xfrm>
            <a:off x="449580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50" hasCustomPrompt="1"/>
          </p:nvPr>
        </p:nvSpPr>
        <p:spPr>
          <a:xfrm>
            <a:off x="838200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51" hasCustomPrompt="1"/>
          </p:nvPr>
        </p:nvSpPr>
        <p:spPr>
          <a:xfrm>
            <a:off x="838200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52" hasCustomPrompt="1"/>
          </p:nvPr>
        </p:nvSpPr>
        <p:spPr>
          <a:xfrm>
            <a:off x="59182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53" hasCustomPrompt="1"/>
          </p:nvPr>
        </p:nvSpPr>
        <p:spPr>
          <a:xfrm>
            <a:off x="59182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54" hasCustomPrompt="1"/>
          </p:nvPr>
        </p:nvSpPr>
        <p:spPr>
          <a:xfrm>
            <a:off x="449580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55" hasCustomPrompt="1"/>
          </p:nvPr>
        </p:nvSpPr>
        <p:spPr>
          <a:xfrm>
            <a:off x="449580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56" hasCustomPrompt="1"/>
          </p:nvPr>
        </p:nvSpPr>
        <p:spPr>
          <a:xfrm>
            <a:off x="838200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8" name="Text Placeholder 7"/>
          <p:cNvSpPr>
            <a:spLocks noGrp="1"/>
          </p:cNvSpPr>
          <p:nvPr>
            <p:ph type="body" sz="quarter" idx="57" hasCustomPrompt="1"/>
          </p:nvPr>
        </p:nvSpPr>
        <p:spPr>
          <a:xfrm>
            <a:off x="838200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9" name="Text Placeholder 7"/>
          <p:cNvSpPr>
            <a:spLocks noGrp="1"/>
          </p:cNvSpPr>
          <p:nvPr>
            <p:ph type="body" sz="quarter" idx="58" hasCustomPrompt="1"/>
          </p:nvPr>
        </p:nvSpPr>
        <p:spPr>
          <a:xfrm>
            <a:off x="59182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59" hasCustomPrompt="1"/>
          </p:nvPr>
        </p:nvSpPr>
        <p:spPr>
          <a:xfrm>
            <a:off x="59182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41" name="Text Placeholder 7"/>
          <p:cNvSpPr>
            <a:spLocks noGrp="1"/>
          </p:cNvSpPr>
          <p:nvPr>
            <p:ph type="body" sz="quarter" idx="60" hasCustomPrompt="1"/>
          </p:nvPr>
        </p:nvSpPr>
        <p:spPr>
          <a:xfrm>
            <a:off x="449580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2" name="Text Placeholder 7"/>
          <p:cNvSpPr>
            <a:spLocks noGrp="1"/>
          </p:cNvSpPr>
          <p:nvPr>
            <p:ph type="body" sz="quarter" idx="61" hasCustomPrompt="1"/>
          </p:nvPr>
        </p:nvSpPr>
        <p:spPr>
          <a:xfrm>
            <a:off x="449580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43" name="Text Placeholder 7"/>
          <p:cNvSpPr>
            <a:spLocks noGrp="1"/>
          </p:cNvSpPr>
          <p:nvPr>
            <p:ph type="body" sz="quarter" idx="62" hasCustomPrompt="1"/>
          </p:nvPr>
        </p:nvSpPr>
        <p:spPr>
          <a:xfrm>
            <a:off x="838200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4" name="Text Placeholder 7"/>
          <p:cNvSpPr>
            <a:spLocks noGrp="1"/>
          </p:cNvSpPr>
          <p:nvPr>
            <p:ph type="body" sz="quarter" idx="63" hasCustomPrompt="1"/>
          </p:nvPr>
        </p:nvSpPr>
        <p:spPr>
          <a:xfrm>
            <a:off x="838200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</p:spTree>
    <p:extLst>
      <p:ext uri="{BB962C8B-B14F-4D97-AF65-F5344CB8AC3E}">
        <p14:creationId xmlns:p14="http://schemas.microsoft.com/office/powerpoint/2010/main" val="35866741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OrgChart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356527"/>
            <a:ext cx="12192000" cy="5501473"/>
          </a:xfrm>
          <a:solidFill>
            <a:schemeClr val="bg2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JPG/PNG of org chart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 anchor="t" anchorCtr="0"/>
          <a:lstStyle>
            <a:lvl1pPr algn="ctr">
              <a:defRPr/>
            </a:lvl1pPr>
          </a:lstStyle>
          <a:p>
            <a:r>
              <a:rPr lang="en-US"/>
              <a:t>Tap to add Master Org Chart title</a:t>
            </a:r>
          </a:p>
        </p:txBody>
      </p:sp>
    </p:spTree>
    <p:extLst>
      <p:ext uri="{BB962C8B-B14F-4D97-AF65-F5344CB8AC3E}">
        <p14:creationId xmlns:p14="http://schemas.microsoft.com/office/powerpoint/2010/main" val="28559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3532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484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8382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47800"/>
            <a:ext cx="10972800" cy="4876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156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9" r:id="rId1"/>
    <p:sldLayoutId id="2147484448" r:id="rId2"/>
    <p:sldLayoutId id="2147484450" r:id="rId3"/>
    <p:sldLayoutId id="2147484452" r:id="rId4"/>
    <p:sldLayoutId id="2147484562" r:id="rId5"/>
    <p:sldLayoutId id="2147484464" r:id="rId6"/>
    <p:sldLayoutId id="2147484465" r:id="rId7"/>
    <p:sldLayoutId id="2147484466" r:id="rId8"/>
    <p:sldLayoutId id="2147484468" r:id="rId9"/>
    <p:sldLayoutId id="2147484461" r:id="rId10"/>
    <p:sldLayoutId id="2147484479" r:id="rId11"/>
    <p:sldLayoutId id="2147484571" r:id="rId12"/>
    <p:sldLayoutId id="2147484481" r:id="rId13"/>
    <p:sldLayoutId id="2147484474" r:id="rId14"/>
    <p:sldLayoutId id="2147484482" r:id="rId15"/>
    <p:sldLayoutId id="2147484475" r:id="rId16"/>
    <p:sldLayoutId id="2147484498" r:id="rId17"/>
    <p:sldLayoutId id="2147484499" r:id="rId18"/>
    <p:sldLayoutId id="2147484500" r:id="rId19"/>
    <p:sldLayoutId id="2147484501" r:id="rId20"/>
    <p:sldLayoutId id="2147484502" r:id="rId21"/>
    <p:sldLayoutId id="2147484503" r:id="rId22"/>
    <p:sldLayoutId id="2147484507" r:id="rId23"/>
    <p:sldLayoutId id="2147484567" r:id="rId24"/>
    <p:sldLayoutId id="2147484509" r:id="rId25"/>
    <p:sldLayoutId id="2147484522" r:id="rId26"/>
    <p:sldLayoutId id="2147484524" r:id="rId27"/>
    <p:sldLayoutId id="2147484525" r:id="rId28"/>
    <p:sldLayoutId id="2147484526" r:id="rId29"/>
  </p:sldLayoutIdLst>
  <p:hf sldNum="0" hdr="0" ftr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3357" indent="-233357" algn="l" defTabSz="914354" rtl="0" eaLnBrk="1" latinLnBrk="0" hangingPunct="1">
        <a:lnSpc>
          <a:spcPct val="90000"/>
        </a:lnSpc>
        <a:spcBef>
          <a:spcPts val="12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ysClr val="windowText" lastClr="000000"/>
          </a:solidFill>
          <a:latin typeface="+mj-lt"/>
          <a:ea typeface="+mn-ea"/>
          <a:cs typeface="+mn-cs"/>
        </a:defRPr>
      </a:lvl1pPr>
      <a:lvl2pPr marL="640064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ysClr val="windowText" lastClr="000000"/>
          </a:solidFill>
          <a:latin typeface="+mj-lt"/>
          <a:ea typeface="+mn-ea"/>
          <a:cs typeface="+mn-cs"/>
        </a:defRPr>
      </a:lvl2pPr>
      <a:lvl3pPr marL="1142942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ysClr val="windowText" lastClr="000000"/>
          </a:solidFill>
          <a:latin typeface="+mj-lt"/>
          <a:ea typeface="+mn-ea"/>
          <a:cs typeface="+mn-cs"/>
        </a:defRPr>
      </a:lvl3pPr>
      <a:lvl4pPr marL="1600120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ysClr val="windowText" lastClr="000000"/>
          </a:solidFill>
          <a:latin typeface="+mj-lt"/>
          <a:ea typeface="+mn-ea"/>
          <a:cs typeface="+mn-cs"/>
        </a:defRPr>
      </a:lvl4pPr>
      <a:lvl5pPr marL="2057298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ysClr val="windowText" lastClr="000000"/>
          </a:solidFill>
          <a:latin typeface="+mj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84">
          <p15:clr>
            <a:srgbClr val="F26B43"/>
          </p15:clr>
        </p15:guide>
        <p15:guide id="4" orient="horz" pos="240">
          <p15:clr>
            <a:srgbClr val="F26B43"/>
          </p15:clr>
        </p15:guide>
        <p15:guide id="5" orient="horz" pos="3984">
          <p15:clr>
            <a:srgbClr val="F26B43"/>
          </p15:clr>
        </p15:guide>
        <p15:guide id="6" pos="72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73498-B921-E8D5-93DB-0E55E7158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_title">
            <a:extLst>
              <a:ext uri="{FF2B5EF4-FFF2-40B4-BE49-F238E27FC236}">
                <a16:creationId xmlns:a16="http://schemas.microsoft.com/office/drawing/2014/main" id="{67CC5FF4-2C0A-FCA3-DBB5-5DBA7F5B77F3}"/>
              </a:ext>
            </a:extLst>
          </p:cNvPr>
          <p:cNvSpPr txBox="1">
            <a:spLocks/>
          </p:cNvSpPr>
          <p:nvPr/>
        </p:nvSpPr>
        <p:spPr>
          <a:xfrm>
            <a:off x="609600" y="28114"/>
            <a:ext cx="10972800" cy="8382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/>
              <a:t>Lancaster County Adult Detention Facility</a:t>
            </a:r>
          </a:p>
          <a:p>
            <a:r>
              <a:rPr lang="en-US" sz="1600" b="0" i="1" dirty="0"/>
              <a:t>Census Analyses</a:t>
            </a:r>
          </a:p>
        </p:txBody>
      </p:sp>
      <p:sp>
        <p:nvSpPr>
          <p:cNvPr id="4" name="slide_nbr">
            <a:extLst>
              <a:ext uri="{FF2B5EF4-FFF2-40B4-BE49-F238E27FC236}">
                <a16:creationId xmlns:a16="http://schemas.microsoft.com/office/drawing/2014/main" id="{1376C997-BE26-8676-C74A-CB7AD0624FCC}"/>
              </a:ext>
            </a:extLst>
          </p:cNvPr>
          <p:cNvSpPr txBox="1">
            <a:spLocks/>
          </p:cNvSpPr>
          <p:nvPr/>
        </p:nvSpPr>
        <p:spPr>
          <a:xfrm>
            <a:off x="9448800" y="6556716"/>
            <a:ext cx="2743200" cy="2731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354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7499E7-860C-4513-BFD9-E1533F80DC58}" type="slidenum">
              <a:rPr lang="en-US" smtClean="0">
                <a:solidFill>
                  <a:schemeClr val="accent1"/>
                </a:solidFill>
                <a:latin typeface="Arial Narrow" panose="020B0606020202030204" pitchFamily="34" charset="0"/>
              </a:rPr>
              <a:pPr/>
              <a:t>1</a:t>
            </a:fld>
            <a:endParaRPr lang="en-US">
              <a:solidFill>
                <a:schemeClr val="accent1"/>
              </a:solidFill>
              <a:latin typeface="Arial Narrow" panose="020B0606020202030204" pitchFamily="34" charset="0"/>
            </a:endParaRPr>
          </a:p>
          <a:p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24" name="vis_08_arima_image">
            <a:extLst>
              <a:ext uri="{FF2B5EF4-FFF2-40B4-BE49-F238E27FC236}">
                <a16:creationId xmlns:a16="http://schemas.microsoft.com/office/drawing/2014/main" id="{F1D9D221-4F45-5F1E-65C0-1660A20D39D3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1749"/>
            <a:ext cx="9692640" cy="5486400"/>
          </a:xfrm>
          <a:prstGeom prst="rect">
            <a:avLst/>
          </a:prstGeom>
        </p:spPr>
      </p:pic>
      <p:pic>
        <p:nvPicPr>
          <p:cNvPr id="28" name="vis_08_arima_title">
            <a:extLst>
              <a:ext uri="{FF2B5EF4-FFF2-40B4-BE49-F238E27FC236}">
                <a16:creationId xmlns:a16="http://schemas.microsoft.com/office/drawing/2014/main" id="{A76C812B-F291-FED7-351E-138EB837D06E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2" y="1000506"/>
            <a:ext cx="12188952" cy="274320"/>
          </a:xfrm>
          <a:prstGeom prst="rect">
            <a:avLst/>
          </a:prstGeom>
        </p:spPr>
      </p:pic>
      <p:sp>
        <p:nvSpPr>
          <p:cNvPr id="32" name="txt_cohort_id">
            <a:extLst>
              <a:ext uri="{FF2B5EF4-FFF2-40B4-BE49-F238E27FC236}">
                <a16:creationId xmlns:a16="http://schemas.microsoft.com/office/drawing/2014/main" id="{A2DA058F-0969-8765-9FB5-009B56FD01B0}"/>
              </a:ext>
            </a:extLst>
          </p:cNvPr>
          <p:cNvSpPr txBox="1"/>
          <p:nvPr/>
        </p:nvSpPr>
        <p:spPr>
          <a:xfrm>
            <a:off x="-1" y="6567555"/>
            <a:ext cx="97391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.</a:t>
            </a:r>
          </a:p>
        </p:txBody>
      </p:sp>
      <p:pic>
        <p:nvPicPr>
          <p:cNvPr id="5" name="vis_08_arima_projection_table">
            <a:extLst>
              <a:ext uri="{FF2B5EF4-FFF2-40B4-BE49-F238E27FC236}">
                <a16:creationId xmlns:a16="http://schemas.microsoft.com/office/drawing/2014/main" id="{74C76239-30F7-6AB5-7F75-7788A388D06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2640" y="1298063"/>
            <a:ext cx="2401829" cy="1969012"/>
          </a:xfrm>
          <a:prstGeom prst="rect">
            <a:avLst/>
          </a:prstGeom>
        </p:spPr>
      </p:pic>
      <p:pic>
        <p:nvPicPr>
          <p:cNvPr id="7" name="vis_08_arima_peak_projection_table">
            <a:extLst>
              <a:ext uri="{FF2B5EF4-FFF2-40B4-BE49-F238E27FC236}">
                <a16:creationId xmlns:a16="http://schemas.microsoft.com/office/drawing/2014/main" id="{79DBBF67-345F-96B2-98B3-FC14B6EC974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2640" y="3228005"/>
            <a:ext cx="2401829" cy="1969012"/>
          </a:xfrm>
          <a:prstGeom prst="rect">
            <a:avLst/>
          </a:prstGeom>
        </p:spPr>
      </p:pic>
      <p:pic>
        <p:nvPicPr>
          <p:cNvPr id="10" name="vis_08_arima_legend">
            <a:extLst>
              <a:ext uri="{FF2B5EF4-FFF2-40B4-BE49-F238E27FC236}">
                <a16:creationId xmlns:a16="http://schemas.microsoft.com/office/drawing/2014/main" id="{6771459D-281E-1CA1-5E46-811F1D84E07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9116" y="5304222"/>
            <a:ext cx="2069596" cy="1164338"/>
          </a:xfrm>
          <a:prstGeom prst="rect">
            <a:avLst/>
          </a:prstGeom>
        </p:spPr>
      </p:pic>
      <p:pic>
        <p:nvPicPr>
          <p:cNvPr id="17" name="vis_08_arima_peak_point">
            <a:extLst>
              <a:ext uri="{FF2B5EF4-FFF2-40B4-BE49-F238E27FC236}">
                <a16:creationId xmlns:a16="http://schemas.microsoft.com/office/drawing/2014/main" id="{E53D2F92-7C97-81D5-B13A-B1D1BB67B83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27435"/>
            <a:ext cx="1371603" cy="6309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880320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SUAL_ID" val="vis_08"/>
</p:tagLst>
</file>

<file path=ppt/theme/theme1.xml><?xml version="1.0" encoding="utf-8"?>
<a:theme xmlns:a="http://schemas.openxmlformats.org/drawingml/2006/main" name="HDR_Whitebkg_Blue">
  <a:themeElements>
    <a:clrScheme name="HDR_Blue_Template">
      <a:dk1>
        <a:sysClr val="windowText" lastClr="000000"/>
      </a:dk1>
      <a:lt1>
        <a:sysClr val="window" lastClr="FFFFFF"/>
      </a:lt1>
      <a:dk2>
        <a:srgbClr val="54585A"/>
      </a:dk2>
      <a:lt2>
        <a:srgbClr val="E3E4E5"/>
      </a:lt2>
      <a:accent1>
        <a:srgbClr val="377F98"/>
      </a:accent1>
      <a:accent2>
        <a:srgbClr val="FF8201"/>
      </a:accent2>
      <a:accent3>
        <a:srgbClr val="FFC600"/>
      </a:accent3>
      <a:accent4>
        <a:srgbClr val="4B772A"/>
      </a:accent4>
      <a:accent5>
        <a:srgbClr val="01426A"/>
      </a:accent5>
      <a:accent6>
        <a:srgbClr val="772583"/>
      </a:accent6>
      <a:hlink>
        <a:srgbClr val="0070C0"/>
      </a:hlink>
      <a:folHlink>
        <a:srgbClr val="BFBFB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Blue_040224.pptx" id="{94843DD9-3F3D-4C60-B416-3F36F55B4089}" vid="{B019E783-B567-4F67-856C-38909E95EB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05FC438C08F64C9132B6FBC0D96311" ma:contentTypeVersion="24" ma:contentTypeDescription="Create a new document." ma:contentTypeScope="" ma:versionID="22d494908fdf90bc6988f706955fa32f">
  <xsd:schema xmlns:xsd="http://www.w3.org/2001/XMLSchema" xmlns:xs="http://www.w3.org/2001/XMLSchema" xmlns:p="http://schemas.microsoft.com/office/2006/metadata/properties" xmlns:ns1="http://schemas.microsoft.com/sharepoint/v3" xmlns:ns2="05b33221-363d-4d44-afe3-1e10ae3da870" xmlns:ns3="94c2ac1f-262f-4a65-a5e7-6f8add8435c5" targetNamespace="http://schemas.microsoft.com/office/2006/metadata/properties" ma:root="true" ma:fieldsID="30436de7bd3c53d79405fd25fdac0caa" ns1:_="" ns2:_="" ns3:_="">
    <xsd:import namespace="http://schemas.microsoft.com/sharepoint/v3"/>
    <xsd:import namespace="05b33221-363d-4d44-afe3-1e10ae3da870"/>
    <xsd:import namespace="94c2ac1f-262f-4a65-a5e7-6f8add8435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b33221-363d-4d44-afe3-1e10ae3da8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18099e0b-e00c-469a-8e3e-581119cc87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c2ac1f-262f-4a65-a5e7-6f8add8435c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e3b355f-403c-405f-96a5-6b417d7f1bd1}" ma:internalName="TaxCatchAll" ma:showField="CatchAllData" ma:web="94c2ac1f-262f-4a65-a5e7-6f8add8435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b33221-363d-4d44-afe3-1e10ae3da870">
      <Terms xmlns="http://schemas.microsoft.com/office/infopath/2007/PartnerControls"/>
    </lcf76f155ced4ddcb4097134ff3c332f>
    <TaxCatchAll xmlns="94c2ac1f-262f-4a65-a5e7-6f8add8435c5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2A1CCD50-0B2F-4685-A6F7-F328002129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701559-4F1E-4B9D-BE8F-E04DDEF875C7}">
  <ds:schemaRefs>
    <ds:schemaRef ds:uri="05b33221-363d-4d44-afe3-1e10ae3da870"/>
    <ds:schemaRef ds:uri="94c2ac1f-262f-4a65-a5e7-6f8add8435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9FE8081-5A08-4CEC-98F7-B9DDB3604F60}">
  <ds:schemaRefs>
    <ds:schemaRef ds:uri="05b33221-363d-4d44-afe3-1e10ae3da870"/>
    <ds:schemaRef ds:uri="94c2ac1f-262f-4a65-a5e7-6f8add8435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563d9c4-1af6-4d5e-894d-8f5a4315f709}" enabled="1" method="Privileged" siteId="{3667e201-cbdc-48b3-9b42-5d2d3f16e2a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PowerPoint_Template_Blue_040224</Template>
  <TotalTime>2504</TotalTime>
  <Words>10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Arial Narrow</vt:lpstr>
      <vt:lpstr>Calibri</vt:lpstr>
      <vt:lpstr>HDR_Whitebkg_Blue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Heithoff, Abigail</dc:creator>
  <cp:lastModifiedBy>Edwards, Michael</cp:lastModifiedBy>
  <cp:revision>32</cp:revision>
  <cp:lastPrinted>2024-03-19T13:40:49Z</cp:lastPrinted>
  <dcterms:created xsi:type="dcterms:W3CDTF">2025-05-06T17:20:06Z</dcterms:created>
  <dcterms:modified xsi:type="dcterms:W3CDTF">2026-09-09T17:30:31Z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0x0101007C05FC438C08F64C9132B6FBC0D96311</vt:lpwstr>
  </property>
</Properties>
</file>