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435" r:id="rId4"/>
  </p:sldMasterIdLst>
  <p:notesMasterIdLst>
    <p:notesMasterId r:id="rId6"/>
  </p:notesMasterIdLst>
  <p:handoutMasterIdLst>
    <p:handoutMasterId r:id="rId7"/>
  </p:handoutMasterIdLst>
  <p:sldIdLst>
    <p:sldId id="2147473526" r:id="rId5"/>
  </p:sldIdLst>
  <p:sldSz cx="12192000" cy="6858000"/>
  <p:notesSz cx="7010400" cy="9296400"/>
  <p:defaultTextStyle>
    <a:defPPr>
      <a:defRPr lang="en-US"/>
    </a:defPPr>
    <a:lvl1pPr marL="0" algn="l" defTabSz="91435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78" algn="l" defTabSz="91435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54" algn="l" defTabSz="91435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32" algn="l" defTabSz="91435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09" algn="l" defTabSz="91435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886" algn="l" defTabSz="91435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062" algn="l" defTabSz="91435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240" algn="l" defTabSz="91435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418" algn="l" defTabSz="91435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genda + Intro" id="{0B94698A-D554-4AEC-B696-9B6FBB02721F}">
          <p14:sldIdLst>
            <p14:sldId id="2147473526"/>
          </p14:sldIdLst>
        </p14:section>
        <p14:section name="Template Slides" id="{4C99D80E-0E80-4543-A907-FDB470E4DB94}">
          <p14:sldIdLst/>
        </p14:section>
      </p14:sectionLst>
    </p:ext>
    <p:ext uri="{EFAFB233-063F-42B5-8137-9DF3F51BA10A}">
      <p15:sldGuideLst xmlns:p15="http://schemas.microsoft.com/office/powerpoint/2012/main">
        <p15:guide id="2" pos="3840">
          <p15:clr>
            <a:srgbClr val="A4A3A4"/>
          </p15:clr>
        </p15:guide>
        <p15:guide id="3" orient="horz" pos="2184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5852476-8B12-CF07-FCD9-DE54195D2C5F}" name="Bordovsky, Melissa" initials="MB" userId="S::MBORDOVSKY@hdrinc.com::5be3fe5f-b68a-4cc2-b62f-2a5938c1bb42" providerId="AD"/>
  <p188:author id="{64D85AB2-87BC-A245-53AC-0090A88F8424}" name="Rieke, Cindy" initials="CR" userId="S::CRIEKE@hdrinc.com::63f58f27-838a-4534-a857-120e00c4b954" providerId="AD"/>
  <p188:author id="{6EBF38FD-B7B7-5129-6640-E96CB774CF4B}" name="Gruwell, Nancy A." initials="NG" userId="S::NGRUWELL@hdrinc.com::7be3e31e-33b6-4163-8843-548f6d82419b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Bordovsky, Melissa" initials="BM" lastIdx="1" clrIdx="0">
    <p:extLst>
      <p:ext uri="{19B8F6BF-5375-455C-9EA6-DF929625EA0E}">
        <p15:presenceInfo xmlns:p15="http://schemas.microsoft.com/office/powerpoint/2012/main" userId="S::MBORDOVSKY@hdrinc.com::5be3fe5f-b68a-4cc2-b62f-2a5938c1bb4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7" d="100"/>
          <a:sy n="97" d="100"/>
        </p:scale>
        <p:origin x="108" y="174"/>
      </p:cViewPr>
      <p:guideLst>
        <p:guide pos="3840"/>
        <p:guide orient="horz" pos="2184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13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DC6821C8-422F-4CA2-85E1-19A6D027F030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55704683-B56F-4408-8720-603ECE57E5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6274150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928" userDrawn="1">
          <p15:clr>
            <a:srgbClr val="F26B43"/>
          </p15:clr>
        </p15:guide>
        <p15:guide id="2" pos="2208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8D86595-6E20-4226-9E0D-B3822373F9DE}" type="datetimeFigureOut">
              <a:rPr lang="en-US" smtClean="0"/>
              <a:pPr/>
              <a:t>9/23/2026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E44CA3CC-E040-426A-BD9D-8E6CA1306B4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88357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54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365760" indent="-171450" algn="l" defTabSz="914354" rtl="0" eaLnBrk="1" latinLnBrk="0" hangingPunct="1">
      <a:buFont typeface="Arial" panose="020B0604020202020204" pitchFamily="34" charset="0"/>
      <a:buChar char="•"/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822960" indent="-171450" algn="l" defTabSz="914354" rtl="0" eaLnBrk="1" latinLnBrk="0" hangingPunct="1">
      <a:buFont typeface="Arial" panose="020B0604020202020204" pitchFamily="34" charset="0"/>
      <a:buChar char="•"/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280160" indent="-171450" algn="l" defTabSz="914354" rtl="0" eaLnBrk="1" latinLnBrk="0" hangingPunct="1">
      <a:buFont typeface="Arial" panose="020B0604020202020204" pitchFamily="34" charset="0"/>
      <a:buChar char="•"/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737360" indent="-171450" algn="l" defTabSz="914354" rtl="0" eaLnBrk="1" latinLnBrk="0" hangingPunct="1">
      <a:buFont typeface="Arial" panose="020B0604020202020204" pitchFamily="34" charset="0"/>
      <a:buChar char="•"/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5886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062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240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418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7DADE2-701C-30B2-ADED-849854D37A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7F3CF2-E665-8EA1-9C9F-911ECD845E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B7EF64-DF6F-3EFF-F962-3E07F0149C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B83388-362F-CCD8-E9C0-1B6E3FB0D0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4CA3CC-E040-426A-BD9D-8E6CA1306B4F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90149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ver"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D4991D5C-27F0-15A1-0684-D4451F2D430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1"/>
            <a:ext cx="12192000" cy="6858000"/>
          </a:xfrm>
          <a:solidFill>
            <a:schemeClr val="accent1"/>
          </a:solidFill>
        </p:spPr>
        <p:txBody>
          <a:bodyPr anchor="t"/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Color block or insert image</a:t>
            </a:r>
          </a:p>
        </p:txBody>
      </p:sp>
      <p:sp>
        <p:nvSpPr>
          <p:cNvPr id="13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3429000"/>
            <a:ext cx="10972800" cy="1524000"/>
          </a:xfrm>
        </p:spPr>
        <p:txBody>
          <a:bodyPr anchor="t">
            <a:no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5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7672388" y="6135623"/>
            <a:ext cx="3894137" cy="173355"/>
          </a:xfrm>
        </p:spPr>
        <p:txBody>
          <a:bodyPr>
            <a:noAutofit/>
          </a:bodyPr>
          <a:lstStyle>
            <a:lvl1pPr marL="0" indent="0" algn="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1pPr>
            <a:lvl2pPr marL="457189" indent="0">
              <a:buNone/>
              <a:defRPr sz="1600"/>
            </a:lvl2pPr>
            <a:lvl3pPr marL="960067" indent="0">
              <a:buNone/>
              <a:defRPr sz="1600"/>
            </a:lvl3pPr>
            <a:lvl4pPr marL="1417245" indent="0">
              <a:buNone/>
              <a:defRPr sz="1600"/>
            </a:lvl4pPr>
            <a:lvl5pPr marL="1874423" indent="0">
              <a:buNone/>
              <a:defRPr sz="1600"/>
            </a:lvl5pPr>
          </a:lstStyle>
          <a:p>
            <a:pPr lvl="0"/>
            <a:r>
              <a:rPr lang="en-US"/>
              <a:t>Date here</a:t>
            </a:r>
          </a:p>
        </p:txBody>
      </p:sp>
      <p:sp>
        <p:nvSpPr>
          <p:cNvPr id="4" name="Freeform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609600" y="5958840"/>
            <a:ext cx="662720" cy="365760"/>
          </a:xfrm>
          <a:custGeom>
            <a:avLst/>
            <a:gdLst>
              <a:gd name="T0" fmla="*/ 693 w 1044"/>
              <a:gd name="T1" fmla="*/ 280 h 576"/>
              <a:gd name="T2" fmla="*/ 693 w 1044"/>
              <a:gd name="T3" fmla="*/ 280 h 576"/>
              <a:gd name="T4" fmla="*/ 413 w 1044"/>
              <a:gd name="T5" fmla="*/ 561 h 576"/>
              <a:gd name="T6" fmla="*/ 347 w 1044"/>
              <a:gd name="T7" fmla="*/ 561 h 576"/>
              <a:gd name="T8" fmla="*/ 347 w 1044"/>
              <a:gd name="T9" fmla="*/ 455 h 576"/>
              <a:gd name="T10" fmla="*/ 413 w 1044"/>
              <a:gd name="T11" fmla="*/ 455 h 576"/>
              <a:gd name="T12" fmla="*/ 588 w 1044"/>
              <a:gd name="T13" fmla="*/ 280 h 576"/>
              <a:gd name="T14" fmla="*/ 413 w 1044"/>
              <a:gd name="T15" fmla="*/ 105 h 576"/>
              <a:gd name="T16" fmla="*/ 347 w 1044"/>
              <a:gd name="T17" fmla="*/ 105 h 576"/>
              <a:gd name="T18" fmla="*/ 347 w 1044"/>
              <a:gd name="T19" fmla="*/ 0 h 576"/>
              <a:gd name="T20" fmla="*/ 413 w 1044"/>
              <a:gd name="T21" fmla="*/ 0 h 576"/>
              <a:gd name="T22" fmla="*/ 693 w 1044"/>
              <a:gd name="T23" fmla="*/ 280 h 576"/>
              <a:gd name="T24" fmla="*/ 693 w 1044"/>
              <a:gd name="T25" fmla="*/ 280 h 576"/>
              <a:gd name="T26" fmla="*/ 693 w 1044"/>
              <a:gd name="T27" fmla="*/ 280 h 576"/>
              <a:gd name="T28" fmla="*/ 693 w 1044"/>
              <a:gd name="T29" fmla="*/ 280 h 576"/>
              <a:gd name="T30" fmla="*/ 693 w 1044"/>
              <a:gd name="T31" fmla="*/ 101 h 576"/>
              <a:gd name="T32" fmla="*/ 820 w 1044"/>
              <a:gd name="T33" fmla="*/ 101 h 576"/>
              <a:gd name="T34" fmla="*/ 902 w 1044"/>
              <a:gd name="T35" fmla="*/ 127 h 576"/>
              <a:gd name="T36" fmla="*/ 928 w 1044"/>
              <a:gd name="T37" fmla="*/ 191 h 576"/>
              <a:gd name="T38" fmla="*/ 825 w 1044"/>
              <a:gd name="T39" fmla="*/ 281 h 576"/>
              <a:gd name="T40" fmla="*/ 793 w 1044"/>
              <a:gd name="T41" fmla="*/ 281 h 576"/>
              <a:gd name="T42" fmla="*/ 756 w 1044"/>
              <a:gd name="T43" fmla="*/ 361 h 576"/>
              <a:gd name="T44" fmla="*/ 963 w 1044"/>
              <a:gd name="T45" fmla="*/ 576 h 576"/>
              <a:gd name="T46" fmla="*/ 1044 w 1044"/>
              <a:gd name="T47" fmla="*/ 508 h 576"/>
              <a:gd name="T48" fmla="*/ 897 w 1044"/>
              <a:gd name="T49" fmla="*/ 360 h 576"/>
              <a:gd name="T50" fmla="*/ 1033 w 1044"/>
              <a:gd name="T51" fmla="*/ 193 h 576"/>
              <a:gd name="T52" fmla="*/ 975 w 1044"/>
              <a:gd name="T53" fmla="*/ 50 h 576"/>
              <a:gd name="T54" fmla="*/ 812 w 1044"/>
              <a:gd name="T55" fmla="*/ 0 h 576"/>
              <a:gd name="T56" fmla="*/ 693 w 1044"/>
              <a:gd name="T57" fmla="*/ 0 h 576"/>
              <a:gd name="T58" fmla="*/ 693 w 1044"/>
              <a:gd name="T59" fmla="*/ 101 h 576"/>
              <a:gd name="T60" fmla="*/ 350 w 1044"/>
              <a:gd name="T61" fmla="*/ 224 h 576"/>
              <a:gd name="T62" fmla="*/ 114 w 1044"/>
              <a:gd name="T63" fmla="*/ 224 h 576"/>
              <a:gd name="T64" fmla="*/ 114 w 1044"/>
              <a:gd name="T65" fmla="*/ 0 h 576"/>
              <a:gd name="T66" fmla="*/ 0 w 1044"/>
              <a:gd name="T67" fmla="*/ 0 h 576"/>
              <a:gd name="T68" fmla="*/ 0 w 1044"/>
              <a:gd name="T69" fmla="*/ 561 h 576"/>
              <a:gd name="T70" fmla="*/ 114 w 1044"/>
              <a:gd name="T71" fmla="*/ 561 h 576"/>
              <a:gd name="T72" fmla="*/ 114 w 1044"/>
              <a:gd name="T73" fmla="*/ 336 h 576"/>
              <a:gd name="T74" fmla="*/ 350 w 1044"/>
              <a:gd name="T75" fmla="*/ 336 h 576"/>
              <a:gd name="T76" fmla="*/ 350 w 1044"/>
              <a:gd name="T77" fmla="*/ 224 h 5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1044" h="576">
                <a:moveTo>
                  <a:pt x="693" y="280"/>
                </a:moveTo>
                <a:cubicBezTo>
                  <a:pt x="693" y="280"/>
                  <a:pt x="693" y="280"/>
                  <a:pt x="693" y="280"/>
                </a:cubicBezTo>
                <a:cubicBezTo>
                  <a:pt x="693" y="442"/>
                  <a:pt x="575" y="561"/>
                  <a:pt x="413" y="561"/>
                </a:cubicBezTo>
                <a:cubicBezTo>
                  <a:pt x="347" y="561"/>
                  <a:pt x="347" y="561"/>
                  <a:pt x="347" y="561"/>
                </a:cubicBezTo>
                <a:cubicBezTo>
                  <a:pt x="347" y="455"/>
                  <a:pt x="347" y="455"/>
                  <a:pt x="347" y="455"/>
                </a:cubicBezTo>
                <a:cubicBezTo>
                  <a:pt x="413" y="455"/>
                  <a:pt x="413" y="455"/>
                  <a:pt x="413" y="455"/>
                </a:cubicBezTo>
                <a:cubicBezTo>
                  <a:pt x="516" y="455"/>
                  <a:pt x="588" y="383"/>
                  <a:pt x="588" y="280"/>
                </a:cubicBezTo>
                <a:cubicBezTo>
                  <a:pt x="588" y="177"/>
                  <a:pt x="516" y="105"/>
                  <a:pt x="413" y="105"/>
                </a:cubicBezTo>
                <a:cubicBezTo>
                  <a:pt x="347" y="105"/>
                  <a:pt x="347" y="105"/>
                  <a:pt x="347" y="105"/>
                </a:cubicBezTo>
                <a:cubicBezTo>
                  <a:pt x="347" y="0"/>
                  <a:pt x="347" y="0"/>
                  <a:pt x="347" y="0"/>
                </a:cubicBezTo>
                <a:cubicBezTo>
                  <a:pt x="413" y="0"/>
                  <a:pt x="413" y="0"/>
                  <a:pt x="413" y="0"/>
                </a:cubicBezTo>
                <a:cubicBezTo>
                  <a:pt x="575" y="0"/>
                  <a:pt x="693" y="118"/>
                  <a:pt x="693" y="280"/>
                </a:cubicBezTo>
                <a:cubicBezTo>
                  <a:pt x="693" y="280"/>
                  <a:pt x="693" y="280"/>
                  <a:pt x="693" y="280"/>
                </a:cubicBezTo>
                <a:cubicBezTo>
                  <a:pt x="693" y="280"/>
                  <a:pt x="693" y="280"/>
                  <a:pt x="693" y="280"/>
                </a:cubicBezTo>
                <a:cubicBezTo>
                  <a:pt x="693" y="280"/>
                  <a:pt x="693" y="280"/>
                  <a:pt x="693" y="280"/>
                </a:cubicBezTo>
                <a:close/>
                <a:moveTo>
                  <a:pt x="693" y="101"/>
                </a:moveTo>
                <a:cubicBezTo>
                  <a:pt x="820" y="101"/>
                  <a:pt x="820" y="101"/>
                  <a:pt x="820" y="101"/>
                </a:cubicBezTo>
                <a:cubicBezTo>
                  <a:pt x="858" y="101"/>
                  <a:pt x="884" y="109"/>
                  <a:pt x="902" y="127"/>
                </a:cubicBezTo>
                <a:cubicBezTo>
                  <a:pt x="919" y="144"/>
                  <a:pt x="928" y="166"/>
                  <a:pt x="928" y="191"/>
                </a:cubicBezTo>
                <a:cubicBezTo>
                  <a:pt x="928" y="247"/>
                  <a:pt x="879" y="281"/>
                  <a:pt x="825" y="281"/>
                </a:cubicBezTo>
                <a:cubicBezTo>
                  <a:pt x="793" y="281"/>
                  <a:pt x="793" y="281"/>
                  <a:pt x="793" y="281"/>
                </a:cubicBezTo>
                <a:cubicBezTo>
                  <a:pt x="756" y="361"/>
                  <a:pt x="756" y="361"/>
                  <a:pt x="756" y="361"/>
                </a:cubicBezTo>
                <a:cubicBezTo>
                  <a:pt x="963" y="576"/>
                  <a:pt x="963" y="576"/>
                  <a:pt x="963" y="576"/>
                </a:cubicBezTo>
                <a:cubicBezTo>
                  <a:pt x="1044" y="508"/>
                  <a:pt x="1044" y="508"/>
                  <a:pt x="1044" y="508"/>
                </a:cubicBezTo>
                <a:cubicBezTo>
                  <a:pt x="897" y="360"/>
                  <a:pt x="897" y="360"/>
                  <a:pt x="897" y="360"/>
                </a:cubicBezTo>
                <a:cubicBezTo>
                  <a:pt x="978" y="345"/>
                  <a:pt x="1033" y="271"/>
                  <a:pt x="1033" y="193"/>
                </a:cubicBezTo>
                <a:cubicBezTo>
                  <a:pt x="1033" y="135"/>
                  <a:pt x="1017" y="90"/>
                  <a:pt x="975" y="50"/>
                </a:cubicBezTo>
                <a:cubicBezTo>
                  <a:pt x="932" y="10"/>
                  <a:pt x="884" y="0"/>
                  <a:pt x="812" y="0"/>
                </a:cubicBezTo>
                <a:cubicBezTo>
                  <a:pt x="693" y="0"/>
                  <a:pt x="693" y="0"/>
                  <a:pt x="693" y="0"/>
                </a:cubicBezTo>
                <a:lnTo>
                  <a:pt x="693" y="101"/>
                </a:lnTo>
                <a:close/>
                <a:moveTo>
                  <a:pt x="350" y="224"/>
                </a:moveTo>
                <a:cubicBezTo>
                  <a:pt x="114" y="224"/>
                  <a:pt x="114" y="224"/>
                  <a:pt x="114" y="224"/>
                </a:cubicBezTo>
                <a:cubicBezTo>
                  <a:pt x="114" y="0"/>
                  <a:pt x="114" y="0"/>
                  <a:pt x="114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561"/>
                  <a:pt x="0" y="561"/>
                  <a:pt x="0" y="561"/>
                </a:cubicBezTo>
                <a:cubicBezTo>
                  <a:pt x="114" y="561"/>
                  <a:pt x="114" y="561"/>
                  <a:pt x="114" y="561"/>
                </a:cubicBezTo>
                <a:cubicBezTo>
                  <a:pt x="114" y="336"/>
                  <a:pt x="114" y="336"/>
                  <a:pt x="114" y="336"/>
                </a:cubicBezTo>
                <a:cubicBezTo>
                  <a:pt x="350" y="336"/>
                  <a:pt x="350" y="336"/>
                  <a:pt x="350" y="336"/>
                </a:cubicBezTo>
                <a:lnTo>
                  <a:pt x="350" y="22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CC2092C-0104-355E-4234-30DA91DA1E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8610600" y="6430092"/>
            <a:ext cx="2971800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12191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i="0" u="none" strike="noStrike" kern="1200" baseline="0">
                <a:solidFill>
                  <a:schemeClr val="accent1">
                    <a:lumMod val="20000"/>
                    <a:lumOff val="80000"/>
                  </a:schemeClr>
                </a:solidFill>
                <a:latin typeface="+mj-lt"/>
                <a:ea typeface="+mn-ea"/>
                <a:cs typeface="+mn-cs"/>
              </a:rPr>
              <a:t>© HDR 2024,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7100519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9651C2-C33F-5325-C9D5-CBACD3467E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4057406"/>
            <a:ext cx="10972800" cy="257358"/>
          </a:xfrm>
        </p:spPr>
        <p:txBody>
          <a:bodyPr/>
          <a:lstStyle>
            <a:lvl1pPr>
              <a:defRPr sz="1400" spc="300"/>
            </a:lvl1pPr>
          </a:lstStyle>
          <a:p>
            <a:r>
              <a:rPr lang="en-US"/>
              <a:t>TAP TO ADD AGENDA TITLE HERE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4572000"/>
            <a:ext cx="533400" cy="38100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800" b="1" spc="0">
                <a:solidFill>
                  <a:schemeClr val="tx1"/>
                </a:solidFill>
                <a:latin typeface="+mj-lt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6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1219200" y="4572000"/>
            <a:ext cx="4343400" cy="38100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800" b="0" spc="0">
                <a:solidFill>
                  <a:schemeClr val="tx1"/>
                </a:solidFill>
                <a:latin typeface="+mj-lt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Section</a:t>
            </a:r>
          </a:p>
        </p:txBody>
      </p:sp>
      <p:sp>
        <p:nvSpPr>
          <p:cNvPr id="13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609600" y="5181600"/>
            <a:ext cx="533400" cy="38100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800" b="1" spc="0">
                <a:solidFill>
                  <a:schemeClr val="tx1"/>
                </a:solidFill>
                <a:latin typeface="+mj-lt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1219200" y="5181600"/>
            <a:ext cx="4343400" cy="38100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800" b="0" spc="0">
                <a:solidFill>
                  <a:schemeClr val="tx1"/>
                </a:solidFill>
                <a:latin typeface="+mj-lt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Section</a:t>
            </a:r>
          </a:p>
        </p:txBody>
      </p:sp>
      <p:sp>
        <p:nvSpPr>
          <p:cNvPr id="15" name="Text Placeholder 4"/>
          <p:cNvSpPr>
            <a:spLocks noGrp="1"/>
          </p:cNvSpPr>
          <p:nvPr>
            <p:ph type="body" sz="quarter" idx="14" hasCustomPrompt="1"/>
          </p:nvPr>
        </p:nvSpPr>
        <p:spPr>
          <a:xfrm>
            <a:off x="609600" y="5791200"/>
            <a:ext cx="533400" cy="38100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800" b="1" spc="0">
                <a:solidFill>
                  <a:schemeClr val="tx1"/>
                </a:solidFill>
                <a:latin typeface="+mj-lt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16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1219200" y="5791200"/>
            <a:ext cx="4343400" cy="38100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800" b="0" spc="0">
                <a:solidFill>
                  <a:schemeClr val="tx1"/>
                </a:solidFill>
                <a:latin typeface="+mj-lt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Section</a:t>
            </a:r>
          </a:p>
        </p:txBody>
      </p:sp>
      <p:sp>
        <p:nvSpPr>
          <p:cNvPr id="17" name="Text Placeholder 4"/>
          <p:cNvSpPr>
            <a:spLocks noGrp="1"/>
          </p:cNvSpPr>
          <p:nvPr>
            <p:ph type="body" sz="quarter" idx="16" hasCustomPrompt="1"/>
          </p:nvPr>
        </p:nvSpPr>
        <p:spPr>
          <a:xfrm>
            <a:off x="6137088" y="4572000"/>
            <a:ext cx="533400" cy="38100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800" b="1" spc="0">
                <a:solidFill>
                  <a:schemeClr val="tx1"/>
                </a:solidFill>
                <a:latin typeface="+mj-lt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18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6746688" y="4572000"/>
            <a:ext cx="4343400" cy="38100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800" b="0" spc="0">
                <a:solidFill>
                  <a:schemeClr val="tx1"/>
                </a:solidFill>
                <a:latin typeface="+mj-lt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Section</a:t>
            </a:r>
          </a:p>
        </p:txBody>
      </p:sp>
      <p:sp>
        <p:nvSpPr>
          <p:cNvPr id="19" name="Text Placeholder 4"/>
          <p:cNvSpPr>
            <a:spLocks noGrp="1"/>
          </p:cNvSpPr>
          <p:nvPr>
            <p:ph type="body" sz="quarter" idx="18" hasCustomPrompt="1"/>
          </p:nvPr>
        </p:nvSpPr>
        <p:spPr>
          <a:xfrm>
            <a:off x="6137088" y="5181600"/>
            <a:ext cx="533400" cy="38100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800" b="1" spc="0">
                <a:solidFill>
                  <a:schemeClr val="tx1"/>
                </a:solidFill>
                <a:latin typeface="+mj-lt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20" name="Text Placeholder 4"/>
          <p:cNvSpPr>
            <a:spLocks noGrp="1"/>
          </p:cNvSpPr>
          <p:nvPr>
            <p:ph type="body" sz="quarter" idx="19" hasCustomPrompt="1"/>
          </p:nvPr>
        </p:nvSpPr>
        <p:spPr>
          <a:xfrm>
            <a:off x="6746688" y="5181600"/>
            <a:ext cx="4343400" cy="38100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800" b="0" spc="0">
                <a:solidFill>
                  <a:schemeClr val="tx1"/>
                </a:solidFill>
                <a:latin typeface="+mj-lt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Section</a:t>
            </a:r>
          </a:p>
        </p:txBody>
      </p:sp>
      <p:sp>
        <p:nvSpPr>
          <p:cNvPr id="21" name="Text Placeholder 4"/>
          <p:cNvSpPr>
            <a:spLocks noGrp="1"/>
          </p:cNvSpPr>
          <p:nvPr>
            <p:ph type="body" sz="quarter" idx="20" hasCustomPrompt="1"/>
          </p:nvPr>
        </p:nvSpPr>
        <p:spPr>
          <a:xfrm>
            <a:off x="6137088" y="5791200"/>
            <a:ext cx="533400" cy="38100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800" b="1" spc="0">
                <a:solidFill>
                  <a:schemeClr val="tx1"/>
                </a:solidFill>
                <a:latin typeface="+mj-lt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21" hasCustomPrompt="1"/>
          </p:nvPr>
        </p:nvSpPr>
        <p:spPr>
          <a:xfrm>
            <a:off x="6746688" y="5791200"/>
            <a:ext cx="4343400" cy="38100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800" b="0" spc="0">
                <a:solidFill>
                  <a:schemeClr val="tx1"/>
                </a:solidFill>
                <a:latin typeface="+mj-lt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Section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24" hasCustomPrompt="1"/>
          </p:nvPr>
        </p:nvSpPr>
        <p:spPr>
          <a:xfrm>
            <a:off x="0" y="0"/>
            <a:ext cx="12192000" cy="3429000"/>
          </a:xfrm>
          <a:solidFill>
            <a:schemeClr val="accent1"/>
          </a:solidFill>
        </p:spPr>
        <p:txBody>
          <a:bodyPr lIns="91440" tIns="91440" rIns="91440" bIns="91440" anchor="ctr"/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Color block or insert image</a:t>
            </a:r>
          </a:p>
        </p:txBody>
      </p:sp>
    </p:spTree>
    <p:extLst>
      <p:ext uri="{BB962C8B-B14F-4D97-AF65-F5344CB8AC3E}">
        <p14:creationId xmlns:p14="http://schemas.microsoft.com/office/powerpoint/2010/main" val="19522480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Divi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7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solidFill>
            <a:schemeClr val="accent1"/>
          </a:solidFill>
        </p:spPr>
        <p:txBody>
          <a:bodyPr lIns="91440" tIns="91440" rIns="91440" bIns="91440" anchor="ctr"/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Color block or insert image</a:t>
            </a:r>
          </a:p>
        </p:txBody>
      </p:sp>
      <p:sp>
        <p:nvSpPr>
          <p:cNvPr id="3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1524000" y="4648200"/>
            <a:ext cx="1143000" cy="762000"/>
          </a:xfrm>
          <a:noFill/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6000" b="1" spc="0">
                <a:solidFill>
                  <a:schemeClr val="bg1"/>
                </a:solidFill>
                <a:latin typeface="+mj-lt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4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2667000" y="4648200"/>
            <a:ext cx="8915400" cy="762000"/>
          </a:xfrm>
          <a:noFill/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6000" b="1" spc="0">
                <a:solidFill>
                  <a:schemeClr val="bg1"/>
                </a:solidFill>
                <a:latin typeface="+mj-lt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Section</a:t>
            </a:r>
          </a:p>
        </p:txBody>
      </p:sp>
    </p:spTree>
    <p:extLst>
      <p:ext uri="{BB962C8B-B14F-4D97-AF65-F5344CB8AC3E}">
        <p14:creationId xmlns:p14="http://schemas.microsoft.com/office/powerpoint/2010/main" val="6307888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Divi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7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solidFill>
            <a:schemeClr val="accent1"/>
          </a:solidFill>
        </p:spPr>
        <p:txBody>
          <a:bodyPr lIns="91440" tIns="91440" rIns="91440" bIns="91440" anchor="ctr"/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Color block or insert image</a:t>
            </a:r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622300" y="685800"/>
            <a:ext cx="2819400" cy="1676400"/>
          </a:xfrm>
          <a:noFill/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1500" b="1" spc="0">
                <a:solidFill>
                  <a:schemeClr val="bg1"/>
                </a:solidFill>
                <a:latin typeface="+mj-lt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6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622300" y="2289177"/>
            <a:ext cx="10058400" cy="1819275"/>
          </a:xfrm>
          <a:noFill/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4400" b="1" spc="0">
                <a:solidFill>
                  <a:schemeClr val="bg1"/>
                </a:solidFill>
                <a:latin typeface="+mj-lt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Section</a:t>
            </a:r>
          </a:p>
        </p:txBody>
      </p:sp>
    </p:spTree>
    <p:extLst>
      <p:ext uri="{BB962C8B-B14F-4D97-AF65-F5344CB8AC3E}">
        <p14:creationId xmlns:p14="http://schemas.microsoft.com/office/powerpoint/2010/main" val="40055808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vi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02A7B5D-DD99-FDF0-EC93-67002EA93E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724400" y="457200"/>
            <a:ext cx="2743200" cy="2743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Picture Placeholde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-1" y="1142999"/>
            <a:ext cx="12191999" cy="3066144"/>
          </a:xfrm>
          <a:solidFill>
            <a:schemeClr val="accent1"/>
          </a:solidFill>
        </p:spPr>
        <p:txBody>
          <a:bodyPr lIns="91440" tIns="91440" rIns="91440" bIns="91440"/>
          <a:lstStyle>
            <a:lvl1pPr marL="0" marR="0" indent="0" algn="l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1pPr>
          </a:lstStyle>
          <a:p>
            <a:pPr marL="0" marR="0" lvl="0" indent="0" algn="l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Color block or insert photo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83B89BC1-1D60-6DB3-A19A-BF48DF4DD89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24400" y="457200"/>
            <a:ext cx="2743200" cy="2743200"/>
          </a:xfrm>
          <a:solidFill>
            <a:schemeClr val="bg2"/>
          </a:solidFill>
        </p:spPr>
        <p:txBody>
          <a:bodyPr anchor="ctr"/>
          <a:lstStyle>
            <a:lvl1pPr marL="0" indent="0" algn="ctr">
              <a:buNone/>
              <a:defRPr sz="80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XX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6F8D3E-F874-461D-815C-F28ABB35CC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4666343"/>
            <a:ext cx="10972800" cy="838200"/>
          </a:xfrm>
        </p:spPr>
        <p:txBody>
          <a:bodyPr/>
          <a:lstStyle>
            <a:lvl1pPr algn="ctr">
              <a:defRPr sz="3600" b="0"/>
            </a:lvl1pPr>
          </a:lstStyle>
          <a:p>
            <a:r>
              <a:rPr lang="en-US"/>
              <a:t>Section</a:t>
            </a:r>
          </a:p>
        </p:txBody>
      </p:sp>
    </p:spTree>
    <p:extLst>
      <p:ext uri="{BB962C8B-B14F-4D97-AF65-F5344CB8AC3E}">
        <p14:creationId xmlns:p14="http://schemas.microsoft.com/office/powerpoint/2010/main" val="27217883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Quot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066800" y="685800"/>
            <a:ext cx="10058400" cy="5486400"/>
          </a:xfrm>
        </p:spPr>
        <p:txBody>
          <a:bodyPr anchor="ctr">
            <a:normAutofit/>
          </a:bodyPr>
          <a:lstStyle>
            <a:lvl1pPr algn="ctr">
              <a:lnSpc>
                <a:spcPts val="44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“Tap to add quote text”</a:t>
            </a:r>
          </a:p>
        </p:txBody>
      </p:sp>
    </p:spTree>
    <p:extLst>
      <p:ext uri="{BB962C8B-B14F-4D97-AF65-F5344CB8AC3E}">
        <p14:creationId xmlns:p14="http://schemas.microsoft.com/office/powerpoint/2010/main" val="34555490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619759" y="1452880"/>
            <a:ext cx="10972165" cy="4871720"/>
          </a:xfrm>
        </p:spPr>
        <p:txBody>
          <a:bodyPr/>
          <a:lstStyle/>
          <a:p>
            <a:pPr lvl="0"/>
            <a:r>
              <a:rPr lang="en-US"/>
              <a:t>Tap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2B99A40-24DE-4538-8985-32AAF462CCC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Tap to add title</a:t>
            </a:r>
          </a:p>
        </p:txBody>
      </p:sp>
    </p:spTree>
    <p:extLst>
      <p:ext uri="{BB962C8B-B14F-4D97-AF65-F5344CB8AC3E}">
        <p14:creationId xmlns:p14="http://schemas.microsoft.com/office/powerpoint/2010/main" val="13147131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381000"/>
            <a:ext cx="10972800" cy="838200"/>
          </a:xfrm>
        </p:spPr>
        <p:txBody>
          <a:bodyPr>
            <a:noAutofit/>
          </a:bodyPr>
          <a:lstStyle/>
          <a:p>
            <a:r>
              <a:rPr lang="en-US"/>
              <a:t>Tap to add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1364484"/>
            <a:ext cx="10972800" cy="320870"/>
          </a:xfrm>
        </p:spPr>
        <p:txBody>
          <a:bodyPr>
            <a:noAutofit/>
          </a:bodyPr>
          <a:lstStyle>
            <a:lvl1pPr marL="0" marR="0" indent="0" algn="l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2800" b="1" baseline="0">
                <a:solidFill>
                  <a:schemeClr val="tx2"/>
                </a:solidFill>
                <a:latin typeface="+mn-lt"/>
              </a:defRPr>
            </a:lvl1pPr>
          </a:lstStyle>
          <a:p>
            <a:pPr marL="0" marR="0" lvl="0" indent="0" algn="l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Subhead</a:t>
            </a:r>
          </a:p>
        </p:txBody>
      </p:sp>
      <p:sp>
        <p:nvSpPr>
          <p:cNvPr id="4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917470"/>
            <a:ext cx="10972165" cy="4407130"/>
          </a:xfrm>
        </p:spPr>
        <p:txBody>
          <a:bodyPr/>
          <a:lstStyle/>
          <a:p>
            <a:pPr lvl="0"/>
            <a:r>
              <a:rPr lang="en-US"/>
              <a:t>Tap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150873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2039600" y="0"/>
            <a:ext cx="1524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381000"/>
            <a:ext cx="10972800" cy="838200"/>
          </a:xfrm>
        </p:spPr>
        <p:txBody>
          <a:bodyPr>
            <a:noAutofit/>
          </a:bodyPr>
          <a:lstStyle/>
          <a:p>
            <a:r>
              <a:rPr lang="en-US"/>
              <a:t>Tap to add title</a:t>
            </a:r>
          </a:p>
        </p:txBody>
      </p:sp>
      <p:sp>
        <p:nvSpPr>
          <p:cNvPr id="8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1364484"/>
            <a:ext cx="10972800" cy="320870"/>
          </a:xfrm>
        </p:spPr>
        <p:txBody>
          <a:bodyPr>
            <a:noAutofit/>
          </a:bodyPr>
          <a:lstStyle>
            <a:lvl1pPr marL="0" marR="0" indent="0" algn="l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2800" b="1" baseline="0">
                <a:solidFill>
                  <a:schemeClr val="tx2"/>
                </a:solidFill>
                <a:latin typeface="+mn-lt"/>
              </a:defRPr>
            </a:lvl1pPr>
          </a:lstStyle>
          <a:p>
            <a:pPr marL="0" marR="0" lvl="0" indent="0" algn="l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Subhead</a:t>
            </a:r>
          </a:p>
        </p:txBody>
      </p:sp>
      <p:sp>
        <p:nvSpPr>
          <p:cNvPr id="7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917470"/>
            <a:ext cx="10972165" cy="4407130"/>
          </a:xfrm>
        </p:spPr>
        <p:txBody>
          <a:bodyPr/>
          <a:lstStyle/>
          <a:p>
            <a:pPr lvl="0"/>
            <a:r>
              <a:rPr lang="en-US"/>
              <a:t>Tap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245962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1DFB287-C281-914C-4A62-64E49C8565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93786" y="1468350"/>
            <a:ext cx="11504924" cy="4299456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F0F0EBC-4D0E-AEBA-472C-FDF31954562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19625" y="1706563"/>
            <a:ext cx="6824663" cy="3816350"/>
          </a:xfrm>
        </p:spPr>
        <p:txBody>
          <a:bodyPr/>
          <a:lstStyle/>
          <a:p>
            <a:pPr lvl="0"/>
            <a:r>
              <a:rPr lang="en-US"/>
              <a:t>Tap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0F81A9D-CA69-22B8-AD7B-0ED8E910B2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Tap to add title</a:t>
            </a:r>
          </a:p>
        </p:txBody>
      </p:sp>
      <p:sp>
        <p:nvSpPr>
          <p:cNvPr id="3" name="Picture Placeholder 4"/>
          <p:cNvSpPr>
            <a:spLocks noGrp="1"/>
          </p:cNvSpPr>
          <p:nvPr>
            <p:ph type="pic" sz="quarter" idx="12" hasCustomPrompt="1"/>
          </p:nvPr>
        </p:nvSpPr>
        <p:spPr>
          <a:xfrm>
            <a:off x="609599" y="1707003"/>
            <a:ext cx="3693459" cy="3817620"/>
          </a:xfrm>
          <a:solidFill>
            <a:schemeClr val="tx2"/>
          </a:solidFill>
        </p:spPr>
        <p:txBody>
          <a:bodyPr lIns="91440" tIns="91440" rIns="91440" bIns="91440" anchor="ctr"/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22148381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ex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0" y="381000"/>
            <a:ext cx="5486400" cy="838200"/>
          </a:xfrm>
        </p:spPr>
        <p:txBody>
          <a:bodyPr>
            <a:noAutofit/>
          </a:bodyPr>
          <a:lstStyle/>
          <a:p>
            <a:r>
              <a:rPr lang="en-US"/>
              <a:t>Tap to add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0" y="1450848"/>
            <a:ext cx="5486400" cy="4873752"/>
          </a:xfrm>
        </p:spPr>
        <p:txBody>
          <a:bodyPr>
            <a:noAutofit/>
          </a:bodyPr>
          <a:lstStyle/>
          <a:p>
            <a:pPr lvl="0"/>
            <a:r>
              <a:rPr lang="en-US"/>
              <a:t>Tap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5715000" cy="6858000"/>
          </a:xfrm>
          <a:solidFill>
            <a:schemeClr val="tx2"/>
          </a:solidFill>
        </p:spPr>
        <p:txBody>
          <a:bodyPr lIns="91440" tIns="91440" rIns="91440" bIns="91440" anchor="ctr"/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7827151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ex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381000"/>
            <a:ext cx="5486400" cy="838200"/>
          </a:xfrm>
        </p:spPr>
        <p:txBody>
          <a:bodyPr>
            <a:noAutofit/>
          </a:bodyPr>
          <a:lstStyle/>
          <a:p>
            <a:r>
              <a:rPr lang="en-US"/>
              <a:t>Tap to add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450848"/>
            <a:ext cx="5486400" cy="4873752"/>
          </a:xfrm>
        </p:spPr>
        <p:txBody>
          <a:bodyPr>
            <a:noAutofit/>
          </a:bodyPr>
          <a:lstStyle/>
          <a:p>
            <a:pPr lvl="0"/>
            <a:r>
              <a:rPr lang="en-US"/>
              <a:t>Tap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1" hasCustomPrompt="1"/>
          </p:nvPr>
        </p:nvSpPr>
        <p:spPr>
          <a:xfrm>
            <a:off x="6477000" y="0"/>
            <a:ext cx="5715000" cy="6858000"/>
          </a:xfrm>
          <a:solidFill>
            <a:schemeClr val="tx2"/>
          </a:solidFill>
        </p:spPr>
        <p:txBody>
          <a:bodyPr lIns="91440" tIns="91440" rIns="91440" bIns="91440" anchor="ctr"/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19445882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Tex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0" y="381000"/>
            <a:ext cx="5486400" cy="838200"/>
          </a:xfrm>
        </p:spPr>
        <p:txBody>
          <a:bodyPr>
            <a:noAutofit/>
          </a:bodyPr>
          <a:lstStyle/>
          <a:p>
            <a:r>
              <a:rPr lang="en-US"/>
              <a:t>Tap to add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0" y="1450848"/>
            <a:ext cx="5486400" cy="4873752"/>
          </a:xfrm>
        </p:spPr>
        <p:txBody>
          <a:bodyPr>
            <a:noAutofit/>
          </a:bodyPr>
          <a:lstStyle/>
          <a:p>
            <a:pPr lvl="0"/>
            <a:r>
              <a:rPr lang="en-US"/>
              <a:t>Tap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Picture Placeholder 6"/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5715000" cy="3407664"/>
          </a:xfrm>
          <a:solidFill>
            <a:schemeClr val="tx2"/>
          </a:solidFill>
        </p:spPr>
        <p:txBody>
          <a:bodyPr lIns="91440" tIns="91440" rIns="91440" bIns="91440" anchor="ctr"/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10" name="Picture Placeholder 6"/>
          <p:cNvSpPr>
            <a:spLocks noGrp="1"/>
          </p:cNvSpPr>
          <p:nvPr>
            <p:ph type="pic" sz="quarter" idx="12" hasCustomPrompt="1"/>
          </p:nvPr>
        </p:nvSpPr>
        <p:spPr>
          <a:xfrm>
            <a:off x="0" y="3471673"/>
            <a:ext cx="5715000" cy="3386328"/>
          </a:xfrm>
          <a:solidFill>
            <a:schemeClr val="tx2"/>
          </a:solidFill>
        </p:spPr>
        <p:txBody>
          <a:bodyPr lIns="91440" tIns="91440" rIns="91440" bIns="91440" anchor="ctr"/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12085932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Tex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381000"/>
            <a:ext cx="5486400" cy="838200"/>
          </a:xfrm>
        </p:spPr>
        <p:txBody>
          <a:bodyPr>
            <a:noAutofit/>
          </a:bodyPr>
          <a:lstStyle/>
          <a:p>
            <a:r>
              <a:rPr lang="en-US"/>
              <a:t>Tap to add title</a:t>
            </a:r>
          </a:p>
        </p:txBody>
      </p:sp>
      <p:sp>
        <p:nvSpPr>
          <p:cNvPr id="13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1364484"/>
            <a:ext cx="5486400" cy="320870"/>
          </a:xfrm>
        </p:spPr>
        <p:txBody>
          <a:bodyPr>
            <a:noAutofit/>
          </a:bodyPr>
          <a:lstStyle>
            <a:lvl1pPr marL="0" marR="0" indent="0" algn="l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2800" b="1" baseline="0">
                <a:solidFill>
                  <a:schemeClr val="tx2"/>
                </a:solidFill>
                <a:latin typeface="+mn-lt"/>
              </a:defRPr>
            </a:lvl1pPr>
          </a:lstStyle>
          <a:p>
            <a:pPr marL="0" marR="0" lvl="0" indent="0" algn="l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Subhead</a:t>
            </a:r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917470"/>
            <a:ext cx="5486400" cy="4407130"/>
          </a:xfrm>
        </p:spPr>
        <p:txBody>
          <a:bodyPr/>
          <a:lstStyle/>
          <a:p>
            <a:pPr lvl="0"/>
            <a:r>
              <a:rPr lang="en-US"/>
              <a:t>Tap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1" hasCustomPrompt="1"/>
          </p:nvPr>
        </p:nvSpPr>
        <p:spPr>
          <a:xfrm>
            <a:off x="6477000" y="0"/>
            <a:ext cx="5715000" cy="3407664"/>
          </a:xfrm>
          <a:solidFill>
            <a:schemeClr val="tx2"/>
          </a:solidFill>
        </p:spPr>
        <p:txBody>
          <a:bodyPr lIns="91440" tIns="91440" rIns="91440" bIns="91440" anchor="ctr"/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6" name="Picture Placeholder 6"/>
          <p:cNvSpPr>
            <a:spLocks noGrp="1"/>
          </p:cNvSpPr>
          <p:nvPr>
            <p:ph type="pic" sz="quarter" idx="12" hasCustomPrompt="1"/>
          </p:nvPr>
        </p:nvSpPr>
        <p:spPr>
          <a:xfrm>
            <a:off x="6477000" y="3471673"/>
            <a:ext cx="5715000" cy="3386328"/>
          </a:xfrm>
          <a:solidFill>
            <a:schemeClr val="tx2"/>
          </a:solidFill>
        </p:spPr>
        <p:txBody>
          <a:bodyPr lIns="91440" tIns="91440" rIns="91440" bIns="91440" anchor="ctr"/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36520719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0" y="381000"/>
            <a:ext cx="5486400" cy="838200"/>
          </a:xfrm>
        </p:spPr>
        <p:txBody>
          <a:bodyPr>
            <a:noAutofit/>
          </a:bodyPr>
          <a:lstStyle/>
          <a:p>
            <a:r>
              <a:rPr lang="en-US"/>
              <a:t>Tap to add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0" y="1450848"/>
            <a:ext cx="5486400" cy="4873752"/>
          </a:xfrm>
        </p:spPr>
        <p:txBody>
          <a:bodyPr>
            <a:noAutofit/>
          </a:bodyPr>
          <a:lstStyle/>
          <a:p>
            <a:pPr lvl="0"/>
            <a:r>
              <a:rPr lang="en-US"/>
              <a:t>Tap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Picture Placeholder 7">
            <a:extLst>
              <a:ext uri="{FF2B5EF4-FFF2-40B4-BE49-F238E27FC236}">
                <a16:creationId xmlns:a16="http://schemas.microsoft.com/office/drawing/2014/main" id="{97C77853-3323-EDAF-192F-9CC832061B84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1" y="0"/>
            <a:ext cx="5715000" cy="3413760"/>
          </a:xfrm>
          <a:solidFill>
            <a:schemeClr val="tx2"/>
          </a:solidFill>
        </p:spPr>
        <p:txBody>
          <a:bodyPr lIns="91440" tIns="91440" rIns="91440" anchor="ctr"/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4" name="Picture Placeholder 8">
            <a:extLst>
              <a:ext uri="{FF2B5EF4-FFF2-40B4-BE49-F238E27FC236}">
                <a16:creationId xmlns:a16="http://schemas.microsoft.com/office/drawing/2014/main" id="{0DDC2401-11A9-728C-2223-C63A1EA58FC4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3477768"/>
            <a:ext cx="2825496" cy="3380232"/>
          </a:xfrm>
          <a:solidFill>
            <a:schemeClr val="tx2"/>
          </a:solidFill>
        </p:spPr>
        <p:txBody>
          <a:bodyPr lIns="91440" tIns="91440" rIns="91440" anchor="ctr"/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6" name="Picture Placeholder 9">
            <a:extLst>
              <a:ext uri="{FF2B5EF4-FFF2-40B4-BE49-F238E27FC236}">
                <a16:creationId xmlns:a16="http://schemas.microsoft.com/office/drawing/2014/main" id="{8D0C96B2-4664-0D45-B36C-A089436A115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889504" y="3477768"/>
            <a:ext cx="2825496" cy="3383280"/>
          </a:xfrm>
          <a:solidFill>
            <a:schemeClr val="tx2"/>
          </a:solidFill>
        </p:spPr>
        <p:txBody>
          <a:bodyPr lIns="91440" tIns="91440" rIns="91440" anchor="ctr"/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22908507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381000"/>
            <a:ext cx="5486400" cy="838200"/>
          </a:xfrm>
        </p:spPr>
        <p:txBody>
          <a:bodyPr>
            <a:noAutofit/>
          </a:bodyPr>
          <a:lstStyle/>
          <a:p>
            <a:r>
              <a:rPr lang="en-US"/>
              <a:t>Tap to add title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4" hasCustomPrompt="1"/>
          </p:nvPr>
        </p:nvSpPr>
        <p:spPr>
          <a:xfrm>
            <a:off x="609600" y="1364484"/>
            <a:ext cx="5486400" cy="320870"/>
          </a:xfrm>
        </p:spPr>
        <p:txBody>
          <a:bodyPr>
            <a:noAutofit/>
          </a:bodyPr>
          <a:lstStyle>
            <a:lvl1pPr marL="0" marR="0" indent="0" algn="l" defTabSz="91435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800" b="1" baseline="0">
                <a:solidFill>
                  <a:schemeClr val="tx2"/>
                </a:solidFill>
                <a:latin typeface="+mn-lt"/>
              </a:defRPr>
            </a:lvl1pPr>
          </a:lstStyle>
          <a:p>
            <a:pPr marL="0" marR="0" lvl="0" indent="0" algn="l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Subhead</a:t>
            </a:r>
          </a:p>
        </p:txBody>
      </p:sp>
      <p:sp>
        <p:nvSpPr>
          <p:cNvPr id="13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917470"/>
            <a:ext cx="5486400" cy="4407130"/>
          </a:xfrm>
        </p:spPr>
        <p:txBody>
          <a:bodyPr/>
          <a:lstStyle/>
          <a:p>
            <a:pPr lvl="0"/>
            <a:r>
              <a:rPr lang="en-US"/>
              <a:t>Tap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Picture Placeholder 7">
            <a:extLst>
              <a:ext uri="{FF2B5EF4-FFF2-40B4-BE49-F238E27FC236}">
                <a16:creationId xmlns:a16="http://schemas.microsoft.com/office/drawing/2014/main" id="{1EFE5D97-E6BE-2E4E-91AD-6B49984AD19D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477000" y="0"/>
            <a:ext cx="5715000" cy="3413760"/>
          </a:xfrm>
          <a:solidFill>
            <a:schemeClr val="tx2"/>
          </a:solidFill>
        </p:spPr>
        <p:txBody>
          <a:bodyPr lIns="91440" tIns="91440" rIns="91440" anchor="ctr"/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8122D8C-F762-66BD-0E11-F82054FA3FEA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476999" y="3477768"/>
            <a:ext cx="2825496" cy="3380232"/>
          </a:xfrm>
          <a:solidFill>
            <a:schemeClr val="tx2"/>
          </a:solidFill>
        </p:spPr>
        <p:txBody>
          <a:bodyPr lIns="91440" tIns="91440" rIns="91440" anchor="ctr"/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905B9283-8060-A3AC-AF5A-555906D4B5D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366503" y="3477768"/>
            <a:ext cx="2825496" cy="3383280"/>
          </a:xfrm>
          <a:solidFill>
            <a:schemeClr val="tx2"/>
          </a:solidFill>
        </p:spPr>
        <p:txBody>
          <a:bodyPr lIns="91440" tIns="91440" rIns="91440" anchor="ctr"/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32806215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eam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381000"/>
            <a:ext cx="10972800" cy="838200"/>
          </a:xfrm>
        </p:spPr>
        <p:txBody>
          <a:bodyPr>
            <a:noAutofit/>
          </a:bodyPr>
          <a:lstStyle/>
          <a:p>
            <a:r>
              <a:rPr lang="en-US"/>
              <a:t>Tap to add title</a:t>
            </a:r>
          </a:p>
        </p:txBody>
      </p:sp>
      <p:sp>
        <p:nvSpPr>
          <p:cNvPr id="8" name="Picture Placeholder 10"/>
          <p:cNvSpPr>
            <a:spLocks noGrp="1"/>
          </p:cNvSpPr>
          <p:nvPr>
            <p:ph type="pic" sz="quarter" idx="17" hasCustomPrompt="1"/>
          </p:nvPr>
        </p:nvSpPr>
        <p:spPr>
          <a:xfrm>
            <a:off x="609599" y="1828800"/>
            <a:ext cx="5340096" cy="3886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23" hasCustomPrompt="1"/>
          </p:nvPr>
        </p:nvSpPr>
        <p:spPr>
          <a:xfrm>
            <a:off x="609600" y="5830195"/>
            <a:ext cx="5339303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7" name="Picture Placeholder 10"/>
          <p:cNvSpPr>
            <a:spLocks noGrp="1"/>
          </p:cNvSpPr>
          <p:nvPr>
            <p:ph type="pic" sz="quarter" idx="26" hasCustomPrompt="1"/>
          </p:nvPr>
        </p:nvSpPr>
        <p:spPr>
          <a:xfrm>
            <a:off x="6247085" y="1828800"/>
            <a:ext cx="5340096" cy="3886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16" name="Text Placeholder 17"/>
          <p:cNvSpPr>
            <a:spLocks noGrp="1"/>
          </p:cNvSpPr>
          <p:nvPr>
            <p:ph type="body" sz="quarter" idx="25" hasCustomPrompt="1"/>
          </p:nvPr>
        </p:nvSpPr>
        <p:spPr>
          <a:xfrm>
            <a:off x="6243096" y="5830195"/>
            <a:ext cx="5339304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</p:spTree>
    <p:extLst>
      <p:ext uri="{BB962C8B-B14F-4D97-AF65-F5344CB8AC3E}">
        <p14:creationId xmlns:p14="http://schemas.microsoft.com/office/powerpoint/2010/main" val="400676626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eam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/>
          <a:p>
            <a:r>
              <a:rPr lang="en-US"/>
              <a:t>Tap to add title</a:t>
            </a:r>
          </a:p>
        </p:txBody>
      </p:sp>
      <p:sp>
        <p:nvSpPr>
          <p:cNvPr id="8" name="Picture Placeholder 10"/>
          <p:cNvSpPr>
            <a:spLocks noGrp="1"/>
          </p:cNvSpPr>
          <p:nvPr>
            <p:ph type="pic" sz="quarter" idx="17" hasCustomPrompt="1"/>
          </p:nvPr>
        </p:nvSpPr>
        <p:spPr>
          <a:xfrm>
            <a:off x="635000" y="1828800"/>
            <a:ext cx="3450336" cy="29464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23" hasCustomPrompt="1"/>
          </p:nvPr>
        </p:nvSpPr>
        <p:spPr>
          <a:xfrm>
            <a:off x="635000" y="4927601"/>
            <a:ext cx="3450336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24" hasCustomPrompt="1"/>
          </p:nvPr>
        </p:nvSpPr>
        <p:spPr>
          <a:xfrm>
            <a:off x="4401820" y="1828800"/>
            <a:ext cx="3413760" cy="29464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12" name="Text Placeholder 17"/>
          <p:cNvSpPr>
            <a:spLocks noGrp="1"/>
          </p:cNvSpPr>
          <p:nvPr>
            <p:ph type="body" sz="quarter" idx="25" hasCustomPrompt="1"/>
          </p:nvPr>
        </p:nvSpPr>
        <p:spPr>
          <a:xfrm>
            <a:off x="4401820" y="4927601"/>
            <a:ext cx="3413760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13" name="Picture Placeholder 10"/>
          <p:cNvSpPr>
            <a:spLocks noGrp="1"/>
          </p:cNvSpPr>
          <p:nvPr>
            <p:ph type="pic" sz="quarter" idx="26" hasCustomPrompt="1"/>
          </p:nvPr>
        </p:nvSpPr>
        <p:spPr>
          <a:xfrm>
            <a:off x="8132064" y="1828800"/>
            <a:ext cx="3450336" cy="29464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14" name="Text Placeholder 17"/>
          <p:cNvSpPr>
            <a:spLocks noGrp="1"/>
          </p:cNvSpPr>
          <p:nvPr>
            <p:ph type="body" sz="quarter" idx="27" hasCustomPrompt="1"/>
          </p:nvPr>
        </p:nvSpPr>
        <p:spPr>
          <a:xfrm>
            <a:off x="8132064" y="4927601"/>
            <a:ext cx="3450336" cy="495300"/>
          </a:xfrm>
        </p:spPr>
        <p:txBody>
          <a:bodyPr>
            <a:noAutofit/>
          </a:bodyPr>
          <a:lstStyle>
            <a:lvl1pPr marL="0" indent="0" algn="ctr"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</p:spTree>
    <p:extLst>
      <p:ext uri="{BB962C8B-B14F-4D97-AF65-F5344CB8AC3E}">
        <p14:creationId xmlns:p14="http://schemas.microsoft.com/office/powerpoint/2010/main" val="372385859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eam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/>
          <a:p>
            <a:r>
              <a:rPr lang="en-US"/>
              <a:t>Tap to add title</a:t>
            </a:r>
          </a:p>
        </p:txBody>
      </p:sp>
      <p:sp>
        <p:nvSpPr>
          <p:cNvPr id="8" name="Picture Placeholder 10"/>
          <p:cNvSpPr>
            <a:spLocks noGrp="1"/>
          </p:cNvSpPr>
          <p:nvPr>
            <p:ph type="pic" sz="quarter" idx="17" hasCustomPrompt="1"/>
          </p:nvPr>
        </p:nvSpPr>
        <p:spPr>
          <a:xfrm>
            <a:off x="635000" y="2074332"/>
            <a:ext cx="2511552" cy="2700865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23" hasCustomPrompt="1"/>
          </p:nvPr>
        </p:nvSpPr>
        <p:spPr>
          <a:xfrm>
            <a:off x="634999" y="4927601"/>
            <a:ext cx="2511552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20" name="Picture Placeholder 10"/>
          <p:cNvSpPr>
            <a:spLocks noGrp="1"/>
          </p:cNvSpPr>
          <p:nvPr>
            <p:ph type="pic" sz="quarter" idx="24" hasCustomPrompt="1"/>
          </p:nvPr>
        </p:nvSpPr>
        <p:spPr>
          <a:xfrm>
            <a:off x="3442885" y="2074332"/>
            <a:ext cx="2511552" cy="2700865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21" name="Text Placeholder 17"/>
          <p:cNvSpPr>
            <a:spLocks noGrp="1"/>
          </p:cNvSpPr>
          <p:nvPr>
            <p:ph type="body" sz="quarter" idx="25" hasCustomPrompt="1"/>
          </p:nvPr>
        </p:nvSpPr>
        <p:spPr>
          <a:xfrm>
            <a:off x="3442885" y="4927601"/>
            <a:ext cx="2511552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26" name="Picture Placeholder 10"/>
          <p:cNvSpPr>
            <a:spLocks noGrp="1"/>
          </p:cNvSpPr>
          <p:nvPr>
            <p:ph type="pic" sz="quarter" idx="26" hasCustomPrompt="1"/>
          </p:nvPr>
        </p:nvSpPr>
        <p:spPr>
          <a:xfrm>
            <a:off x="6237565" y="2074332"/>
            <a:ext cx="2511552" cy="2700865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27" name="Text Placeholder 17"/>
          <p:cNvSpPr>
            <a:spLocks noGrp="1"/>
          </p:cNvSpPr>
          <p:nvPr>
            <p:ph type="body" sz="quarter" idx="27" hasCustomPrompt="1"/>
          </p:nvPr>
        </p:nvSpPr>
        <p:spPr>
          <a:xfrm>
            <a:off x="6250771" y="4927601"/>
            <a:ext cx="2511552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28" name="Picture Placeholder 10"/>
          <p:cNvSpPr>
            <a:spLocks noGrp="1"/>
          </p:cNvSpPr>
          <p:nvPr>
            <p:ph type="pic" sz="quarter" idx="28" hasCustomPrompt="1"/>
          </p:nvPr>
        </p:nvSpPr>
        <p:spPr>
          <a:xfrm>
            <a:off x="9045450" y="2074332"/>
            <a:ext cx="2523744" cy="2700865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29" name="Text Placeholder 17"/>
          <p:cNvSpPr>
            <a:spLocks noGrp="1"/>
          </p:cNvSpPr>
          <p:nvPr>
            <p:ph type="body" sz="quarter" idx="29" hasCustomPrompt="1"/>
          </p:nvPr>
        </p:nvSpPr>
        <p:spPr>
          <a:xfrm>
            <a:off x="9058656" y="4927601"/>
            <a:ext cx="2523744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</p:spTree>
    <p:extLst>
      <p:ext uri="{BB962C8B-B14F-4D97-AF65-F5344CB8AC3E}">
        <p14:creationId xmlns:p14="http://schemas.microsoft.com/office/powerpoint/2010/main" val="409009975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Team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/>
          <a:p>
            <a:r>
              <a:rPr lang="en-US"/>
              <a:t>Tap to add title</a:t>
            </a:r>
          </a:p>
        </p:txBody>
      </p:sp>
      <p:sp>
        <p:nvSpPr>
          <p:cNvPr id="17" name="Picture Placeholder 10"/>
          <p:cNvSpPr>
            <a:spLocks noGrp="1"/>
          </p:cNvSpPr>
          <p:nvPr>
            <p:ph type="pic" sz="quarter" idx="17" hasCustomPrompt="1"/>
          </p:nvPr>
        </p:nvSpPr>
        <p:spPr>
          <a:xfrm>
            <a:off x="851408" y="1368425"/>
            <a:ext cx="3017520" cy="19050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29" name="Text Placeholder 17"/>
          <p:cNvSpPr>
            <a:spLocks noGrp="1"/>
          </p:cNvSpPr>
          <p:nvPr>
            <p:ph type="body" sz="quarter" idx="23" hasCustomPrompt="1"/>
          </p:nvPr>
        </p:nvSpPr>
        <p:spPr>
          <a:xfrm>
            <a:off x="635000" y="3438527"/>
            <a:ext cx="3450336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20" name="Picture Placeholder 10"/>
          <p:cNvSpPr>
            <a:spLocks noGrp="1"/>
          </p:cNvSpPr>
          <p:nvPr>
            <p:ph type="pic" sz="quarter" idx="18" hasCustomPrompt="1"/>
          </p:nvPr>
        </p:nvSpPr>
        <p:spPr>
          <a:xfrm>
            <a:off x="4580128" y="1368425"/>
            <a:ext cx="3017520" cy="19050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30" name="Text Placeholder 17"/>
          <p:cNvSpPr>
            <a:spLocks noGrp="1"/>
          </p:cNvSpPr>
          <p:nvPr>
            <p:ph type="body" sz="quarter" idx="24" hasCustomPrompt="1"/>
          </p:nvPr>
        </p:nvSpPr>
        <p:spPr>
          <a:xfrm>
            <a:off x="4382008" y="3438527"/>
            <a:ext cx="3413760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21" name="Picture Placeholder 10"/>
          <p:cNvSpPr>
            <a:spLocks noGrp="1"/>
          </p:cNvSpPr>
          <p:nvPr>
            <p:ph type="pic" sz="quarter" idx="19" hasCustomPrompt="1"/>
          </p:nvPr>
        </p:nvSpPr>
        <p:spPr>
          <a:xfrm>
            <a:off x="8345424" y="1368425"/>
            <a:ext cx="3017520" cy="19050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31" name="Text Placeholder 17"/>
          <p:cNvSpPr>
            <a:spLocks noGrp="1"/>
          </p:cNvSpPr>
          <p:nvPr>
            <p:ph type="body" sz="quarter" idx="25" hasCustomPrompt="1"/>
          </p:nvPr>
        </p:nvSpPr>
        <p:spPr>
          <a:xfrm>
            <a:off x="8129016" y="3438527"/>
            <a:ext cx="3450336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26" name="Picture Placeholder 10"/>
          <p:cNvSpPr>
            <a:spLocks noGrp="1"/>
          </p:cNvSpPr>
          <p:nvPr>
            <p:ph type="pic" sz="quarter" idx="20" hasCustomPrompt="1"/>
          </p:nvPr>
        </p:nvSpPr>
        <p:spPr>
          <a:xfrm>
            <a:off x="851408" y="4076700"/>
            <a:ext cx="3017520" cy="19050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32" name="Text Placeholder 17"/>
          <p:cNvSpPr>
            <a:spLocks noGrp="1"/>
          </p:cNvSpPr>
          <p:nvPr>
            <p:ph type="body" sz="quarter" idx="26" hasCustomPrompt="1"/>
          </p:nvPr>
        </p:nvSpPr>
        <p:spPr>
          <a:xfrm>
            <a:off x="635000" y="6159500"/>
            <a:ext cx="3450336" cy="493776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27" name="Picture Placeholder 10"/>
          <p:cNvSpPr>
            <a:spLocks noGrp="1"/>
          </p:cNvSpPr>
          <p:nvPr>
            <p:ph type="pic" sz="quarter" idx="21" hasCustomPrompt="1"/>
          </p:nvPr>
        </p:nvSpPr>
        <p:spPr>
          <a:xfrm>
            <a:off x="4580128" y="4076700"/>
            <a:ext cx="3017520" cy="19050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33" name="Text Placeholder 17"/>
          <p:cNvSpPr>
            <a:spLocks noGrp="1"/>
          </p:cNvSpPr>
          <p:nvPr>
            <p:ph type="body" sz="quarter" idx="27" hasCustomPrompt="1"/>
          </p:nvPr>
        </p:nvSpPr>
        <p:spPr>
          <a:xfrm>
            <a:off x="4382008" y="6159500"/>
            <a:ext cx="3413760" cy="493776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28" name="Picture Placeholder 10"/>
          <p:cNvSpPr>
            <a:spLocks noGrp="1"/>
          </p:cNvSpPr>
          <p:nvPr>
            <p:ph type="pic" sz="quarter" idx="22" hasCustomPrompt="1"/>
          </p:nvPr>
        </p:nvSpPr>
        <p:spPr>
          <a:xfrm>
            <a:off x="8345424" y="4076700"/>
            <a:ext cx="3017520" cy="19050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34" name="Text Placeholder 17"/>
          <p:cNvSpPr>
            <a:spLocks noGrp="1"/>
          </p:cNvSpPr>
          <p:nvPr>
            <p:ph type="body" sz="quarter" idx="28" hasCustomPrompt="1"/>
          </p:nvPr>
        </p:nvSpPr>
        <p:spPr>
          <a:xfrm>
            <a:off x="8129016" y="6159500"/>
            <a:ext cx="3450336" cy="493776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</p:spTree>
    <p:extLst>
      <p:ext uri="{BB962C8B-B14F-4D97-AF65-F5344CB8AC3E}">
        <p14:creationId xmlns:p14="http://schemas.microsoft.com/office/powerpoint/2010/main" val="370711090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Team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/>
          <a:p>
            <a:r>
              <a:rPr lang="en-US"/>
              <a:t>Tap to add title</a:t>
            </a:r>
          </a:p>
        </p:txBody>
      </p:sp>
      <p:sp>
        <p:nvSpPr>
          <p:cNvPr id="8" name="Picture Placeholder 10"/>
          <p:cNvSpPr>
            <a:spLocks noGrp="1"/>
          </p:cNvSpPr>
          <p:nvPr>
            <p:ph type="pic" sz="quarter" idx="17" hasCustomPrompt="1"/>
          </p:nvPr>
        </p:nvSpPr>
        <p:spPr>
          <a:xfrm>
            <a:off x="747776" y="1524000"/>
            <a:ext cx="2286000" cy="1600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23" hasCustomPrompt="1"/>
          </p:nvPr>
        </p:nvSpPr>
        <p:spPr>
          <a:xfrm>
            <a:off x="635000" y="3276601"/>
            <a:ext cx="2511552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20" name="Picture Placeholder 10"/>
          <p:cNvSpPr>
            <a:spLocks noGrp="1"/>
          </p:cNvSpPr>
          <p:nvPr>
            <p:ph type="pic" sz="quarter" idx="24" hasCustomPrompt="1"/>
          </p:nvPr>
        </p:nvSpPr>
        <p:spPr>
          <a:xfrm>
            <a:off x="3555661" y="1524000"/>
            <a:ext cx="2286000" cy="1600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21" name="Text Placeholder 17"/>
          <p:cNvSpPr>
            <a:spLocks noGrp="1"/>
          </p:cNvSpPr>
          <p:nvPr>
            <p:ph type="body" sz="quarter" idx="25" hasCustomPrompt="1"/>
          </p:nvPr>
        </p:nvSpPr>
        <p:spPr>
          <a:xfrm>
            <a:off x="3442885" y="3276601"/>
            <a:ext cx="2511552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26" name="Picture Placeholder 10"/>
          <p:cNvSpPr>
            <a:spLocks noGrp="1"/>
          </p:cNvSpPr>
          <p:nvPr>
            <p:ph type="pic" sz="quarter" idx="26" hasCustomPrompt="1"/>
          </p:nvPr>
        </p:nvSpPr>
        <p:spPr>
          <a:xfrm>
            <a:off x="6363547" y="1524000"/>
            <a:ext cx="2286000" cy="1600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27" name="Text Placeholder 17"/>
          <p:cNvSpPr>
            <a:spLocks noGrp="1"/>
          </p:cNvSpPr>
          <p:nvPr>
            <p:ph type="body" sz="quarter" idx="27" hasCustomPrompt="1"/>
          </p:nvPr>
        </p:nvSpPr>
        <p:spPr>
          <a:xfrm>
            <a:off x="6250771" y="3276601"/>
            <a:ext cx="2511552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28" name="Picture Placeholder 10"/>
          <p:cNvSpPr>
            <a:spLocks noGrp="1"/>
          </p:cNvSpPr>
          <p:nvPr>
            <p:ph type="pic" sz="quarter" idx="28" hasCustomPrompt="1"/>
          </p:nvPr>
        </p:nvSpPr>
        <p:spPr>
          <a:xfrm>
            <a:off x="9177528" y="1524000"/>
            <a:ext cx="2286000" cy="1600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29" name="Text Placeholder 17"/>
          <p:cNvSpPr>
            <a:spLocks noGrp="1"/>
          </p:cNvSpPr>
          <p:nvPr>
            <p:ph type="body" sz="quarter" idx="29" hasCustomPrompt="1"/>
          </p:nvPr>
        </p:nvSpPr>
        <p:spPr>
          <a:xfrm>
            <a:off x="9058656" y="3276601"/>
            <a:ext cx="2523744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30" hasCustomPrompt="1"/>
          </p:nvPr>
        </p:nvSpPr>
        <p:spPr>
          <a:xfrm>
            <a:off x="747776" y="4076700"/>
            <a:ext cx="2286000" cy="1600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12" name="Text Placeholder 17"/>
          <p:cNvSpPr>
            <a:spLocks noGrp="1"/>
          </p:cNvSpPr>
          <p:nvPr>
            <p:ph type="body" sz="quarter" idx="31" hasCustomPrompt="1"/>
          </p:nvPr>
        </p:nvSpPr>
        <p:spPr>
          <a:xfrm>
            <a:off x="635000" y="5829301"/>
            <a:ext cx="2511552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13" name="Picture Placeholder 10"/>
          <p:cNvSpPr>
            <a:spLocks noGrp="1"/>
          </p:cNvSpPr>
          <p:nvPr>
            <p:ph type="pic" sz="quarter" idx="32" hasCustomPrompt="1"/>
          </p:nvPr>
        </p:nvSpPr>
        <p:spPr>
          <a:xfrm>
            <a:off x="3555661" y="4076700"/>
            <a:ext cx="2286000" cy="1600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14" name="Text Placeholder 17"/>
          <p:cNvSpPr>
            <a:spLocks noGrp="1"/>
          </p:cNvSpPr>
          <p:nvPr>
            <p:ph type="body" sz="quarter" idx="33" hasCustomPrompt="1"/>
          </p:nvPr>
        </p:nvSpPr>
        <p:spPr>
          <a:xfrm>
            <a:off x="3442885" y="5829301"/>
            <a:ext cx="2511552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15" name="Picture Placeholder 10"/>
          <p:cNvSpPr>
            <a:spLocks noGrp="1"/>
          </p:cNvSpPr>
          <p:nvPr>
            <p:ph type="pic" sz="quarter" idx="34" hasCustomPrompt="1"/>
          </p:nvPr>
        </p:nvSpPr>
        <p:spPr>
          <a:xfrm>
            <a:off x="6363547" y="4076700"/>
            <a:ext cx="2286000" cy="1600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16" name="Text Placeholder 17"/>
          <p:cNvSpPr>
            <a:spLocks noGrp="1"/>
          </p:cNvSpPr>
          <p:nvPr>
            <p:ph type="body" sz="quarter" idx="35" hasCustomPrompt="1"/>
          </p:nvPr>
        </p:nvSpPr>
        <p:spPr>
          <a:xfrm>
            <a:off x="6250771" y="5829301"/>
            <a:ext cx="2511552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17" name="Picture Placeholder 10"/>
          <p:cNvSpPr>
            <a:spLocks noGrp="1"/>
          </p:cNvSpPr>
          <p:nvPr>
            <p:ph type="pic" sz="quarter" idx="36" hasCustomPrompt="1"/>
          </p:nvPr>
        </p:nvSpPr>
        <p:spPr>
          <a:xfrm>
            <a:off x="9177528" y="4076700"/>
            <a:ext cx="2286000" cy="1600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19" name="Text Placeholder 17"/>
          <p:cNvSpPr>
            <a:spLocks noGrp="1"/>
          </p:cNvSpPr>
          <p:nvPr>
            <p:ph type="body" sz="quarter" idx="37" hasCustomPrompt="1"/>
          </p:nvPr>
        </p:nvSpPr>
        <p:spPr>
          <a:xfrm>
            <a:off x="9058656" y="5829301"/>
            <a:ext cx="2523744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</p:spTree>
    <p:extLst>
      <p:ext uri="{BB962C8B-B14F-4D97-AF65-F5344CB8AC3E}">
        <p14:creationId xmlns:p14="http://schemas.microsoft.com/office/powerpoint/2010/main" val="147204855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Team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/>
          <a:p>
            <a:r>
              <a:rPr lang="en-US"/>
              <a:t>Tap to add title</a:t>
            </a:r>
          </a:p>
        </p:txBody>
      </p:sp>
      <p:sp>
        <p:nvSpPr>
          <p:cNvPr id="8" name="Picture Placeholder 10"/>
          <p:cNvSpPr>
            <a:spLocks noGrp="1"/>
          </p:cNvSpPr>
          <p:nvPr>
            <p:ph type="pic" sz="quarter" idx="17" hasCustomPrompt="1"/>
          </p:nvPr>
        </p:nvSpPr>
        <p:spPr>
          <a:xfrm>
            <a:off x="608624" y="1465243"/>
            <a:ext cx="1956816" cy="1600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23" hasCustomPrompt="1"/>
          </p:nvPr>
        </p:nvSpPr>
        <p:spPr>
          <a:xfrm>
            <a:off x="608624" y="3217844"/>
            <a:ext cx="1956816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20" name="Picture Placeholder 10"/>
          <p:cNvSpPr>
            <a:spLocks noGrp="1"/>
          </p:cNvSpPr>
          <p:nvPr>
            <p:ph type="pic" sz="quarter" idx="24" hasCustomPrompt="1"/>
          </p:nvPr>
        </p:nvSpPr>
        <p:spPr>
          <a:xfrm>
            <a:off x="2863212" y="1465243"/>
            <a:ext cx="1956816" cy="1600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21" name="Text Placeholder 17"/>
          <p:cNvSpPr>
            <a:spLocks noGrp="1"/>
          </p:cNvSpPr>
          <p:nvPr>
            <p:ph type="body" sz="quarter" idx="25" hasCustomPrompt="1"/>
          </p:nvPr>
        </p:nvSpPr>
        <p:spPr>
          <a:xfrm>
            <a:off x="2863212" y="3217844"/>
            <a:ext cx="1956816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22" name="Picture Placeholder 10"/>
          <p:cNvSpPr>
            <a:spLocks noGrp="1"/>
          </p:cNvSpPr>
          <p:nvPr>
            <p:ph type="pic" sz="quarter" idx="38" hasCustomPrompt="1"/>
          </p:nvPr>
        </p:nvSpPr>
        <p:spPr>
          <a:xfrm>
            <a:off x="5117800" y="1465243"/>
            <a:ext cx="1956816" cy="1600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23" name="Text Placeholder 17"/>
          <p:cNvSpPr>
            <a:spLocks noGrp="1"/>
          </p:cNvSpPr>
          <p:nvPr>
            <p:ph type="body" sz="quarter" idx="39" hasCustomPrompt="1"/>
          </p:nvPr>
        </p:nvSpPr>
        <p:spPr>
          <a:xfrm>
            <a:off x="5117800" y="3217844"/>
            <a:ext cx="1956816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25" name="Picture Placeholder 10"/>
          <p:cNvSpPr>
            <a:spLocks noGrp="1"/>
          </p:cNvSpPr>
          <p:nvPr>
            <p:ph type="pic" sz="quarter" idx="40" hasCustomPrompt="1"/>
          </p:nvPr>
        </p:nvSpPr>
        <p:spPr>
          <a:xfrm>
            <a:off x="7372388" y="1465243"/>
            <a:ext cx="1956816" cy="1600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indent="0" algn="ctr">
              <a:buNone/>
              <a:defRPr lang="en-US" sz="16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30" name="Text Placeholder 17"/>
          <p:cNvSpPr>
            <a:spLocks noGrp="1"/>
          </p:cNvSpPr>
          <p:nvPr>
            <p:ph type="body" sz="quarter" idx="41" hasCustomPrompt="1"/>
          </p:nvPr>
        </p:nvSpPr>
        <p:spPr>
          <a:xfrm>
            <a:off x="7372388" y="3217844"/>
            <a:ext cx="1956816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32" name="Picture Placeholder 10"/>
          <p:cNvSpPr>
            <a:spLocks noGrp="1"/>
          </p:cNvSpPr>
          <p:nvPr>
            <p:ph type="pic" sz="quarter" idx="42" hasCustomPrompt="1"/>
          </p:nvPr>
        </p:nvSpPr>
        <p:spPr>
          <a:xfrm>
            <a:off x="9626977" y="1465243"/>
            <a:ext cx="1956816" cy="1600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33" name="Text Placeholder 17"/>
          <p:cNvSpPr>
            <a:spLocks noGrp="1"/>
          </p:cNvSpPr>
          <p:nvPr>
            <p:ph type="body" sz="quarter" idx="43" hasCustomPrompt="1"/>
          </p:nvPr>
        </p:nvSpPr>
        <p:spPr>
          <a:xfrm>
            <a:off x="9626977" y="3217844"/>
            <a:ext cx="1956816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35" name="Picture Placeholder 10"/>
          <p:cNvSpPr>
            <a:spLocks noGrp="1"/>
          </p:cNvSpPr>
          <p:nvPr>
            <p:ph type="pic" sz="quarter" idx="44" hasCustomPrompt="1"/>
          </p:nvPr>
        </p:nvSpPr>
        <p:spPr>
          <a:xfrm>
            <a:off x="608624" y="4076699"/>
            <a:ext cx="1956816" cy="1600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36" name="Text Placeholder 17"/>
          <p:cNvSpPr>
            <a:spLocks noGrp="1"/>
          </p:cNvSpPr>
          <p:nvPr>
            <p:ph type="body" sz="quarter" idx="45" hasCustomPrompt="1"/>
          </p:nvPr>
        </p:nvSpPr>
        <p:spPr>
          <a:xfrm>
            <a:off x="608624" y="5829300"/>
            <a:ext cx="1956816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37" name="Picture Placeholder 10"/>
          <p:cNvSpPr>
            <a:spLocks noGrp="1"/>
          </p:cNvSpPr>
          <p:nvPr>
            <p:ph type="pic" sz="quarter" idx="46" hasCustomPrompt="1"/>
          </p:nvPr>
        </p:nvSpPr>
        <p:spPr>
          <a:xfrm>
            <a:off x="2863212" y="4076699"/>
            <a:ext cx="1956816" cy="1600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38" name="Text Placeholder 17"/>
          <p:cNvSpPr>
            <a:spLocks noGrp="1"/>
          </p:cNvSpPr>
          <p:nvPr>
            <p:ph type="body" sz="quarter" idx="47" hasCustomPrompt="1"/>
          </p:nvPr>
        </p:nvSpPr>
        <p:spPr>
          <a:xfrm>
            <a:off x="2863212" y="5829300"/>
            <a:ext cx="1956816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39" name="Picture Placeholder 10"/>
          <p:cNvSpPr>
            <a:spLocks noGrp="1"/>
          </p:cNvSpPr>
          <p:nvPr>
            <p:ph type="pic" sz="quarter" idx="48" hasCustomPrompt="1"/>
          </p:nvPr>
        </p:nvSpPr>
        <p:spPr>
          <a:xfrm>
            <a:off x="5117800" y="4076699"/>
            <a:ext cx="1956816" cy="1600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40" name="Text Placeholder 17"/>
          <p:cNvSpPr>
            <a:spLocks noGrp="1"/>
          </p:cNvSpPr>
          <p:nvPr>
            <p:ph type="body" sz="quarter" idx="49" hasCustomPrompt="1"/>
          </p:nvPr>
        </p:nvSpPr>
        <p:spPr>
          <a:xfrm>
            <a:off x="5117800" y="5829300"/>
            <a:ext cx="1956816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41" name="Picture Placeholder 10"/>
          <p:cNvSpPr>
            <a:spLocks noGrp="1"/>
          </p:cNvSpPr>
          <p:nvPr>
            <p:ph type="pic" sz="quarter" idx="50" hasCustomPrompt="1"/>
          </p:nvPr>
        </p:nvSpPr>
        <p:spPr>
          <a:xfrm>
            <a:off x="7372388" y="4076699"/>
            <a:ext cx="1956816" cy="1600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42" name="Text Placeholder 17"/>
          <p:cNvSpPr>
            <a:spLocks noGrp="1"/>
          </p:cNvSpPr>
          <p:nvPr>
            <p:ph type="body" sz="quarter" idx="51" hasCustomPrompt="1"/>
          </p:nvPr>
        </p:nvSpPr>
        <p:spPr>
          <a:xfrm>
            <a:off x="7372388" y="5829300"/>
            <a:ext cx="1956816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43" name="Picture Placeholder 10"/>
          <p:cNvSpPr>
            <a:spLocks noGrp="1"/>
          </p:cNvSpPr>
          <p:nvPr>
            <p:ph type="pic" sz="quarter" idx="52" hasCustomPrompt="1"/>
          </p:nvPr>
        </p:nvSpPr>
        <p:spPr>
          <a:xfrm>
            <a:off x="9626977" y="4076699"/>
            <a:ext cx="1956816" cy="1600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44" name="Text Placeholder 17"/>
          <p:cNvSpPr>
            <a:spLocks noGrp="1"/>
          </p:cNvSpPr>
          <p:nvPr>
            <p:ph type="body" sz="quarter" idx="53" hasCustomPrompt="1"/>
          </p:nvPr>
        </p:nvSpPr>
        <p:spPr>
          <a:xfrm>
            <a:off x="9626977" y="5829300"/>
            <a:ext cx="1956816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</p:spTree>
    <p:extLst>
      <p:ext uri="{BB962C8B-B14F-4D97-AF65-F5344CB8AC3E}">
        <p14:creationId xmlns:p14="http://schemas.microsoft.com/office/powerpoint/2010/main" val="6835447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Projec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7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solidFill>
            <a:schemeClr val="bg2"/>
          </a:solidFill>
        </p:spPr>
        <p:txBody>
          <a:bodyPr lIns="91440" tIns="91440" rIns="91440" bIns="91440"/>
          <a:lstStyle>
            <a:lvl1pPr marL="0" marR="0" indent="0" algn="l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pPr marL="0" marR="0" lvl="0" indent="0" algn="l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Insert project photo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0" y="6057781"/>
            <a:ext cx="12192000" cy="800219"/>
          </a:xfrm>
          <a:solidFill>
            <a:srgbClr val="000000">
              <a:alpha val="50196"/>
            </a:srgbClr>
          </a:solidFill>
        </p:spPr>
        <p:txBody>
          <a:bodyPr wrap="square" lIns="457200" tIns="274320" rIns="274320" bIns="274320" anchor="ctr">
            <a:spAutoFit/>
          </a:bodyPr>
          <a:lstStyle>
            <a:lvl1pPr>
              <a:lnSpc>
                <a:spcPct val="100000"/>
              </a:lnSpc>
              <a:defRPr sz="16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Tap to add Project Name/location/information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 hasCustomPrompt="1"/>
          </p:nvPr>
        </p:nvSpPr>
        <p:spPr>
          <a:xfrm rot="16200000">
            <a:off x="10110787" y="3967845"/>
            <a:ext cx="3967163" cy="195263"/>
          </a:xfrm>
        </p:spPr>
        <p:txBody>
          <a:bodyPr lIns="91440" tIns="91440" rIns="91440" bIns="91440" anchor="ctr">
            <a:noAutofit/>
          </a:bodyPr>
          <a:lstStyle>
            <a:lvl1pPr marL="0" indent="0">
              <a:buNone/>
              <a:defRPr sz="900">
                <a:solidFill>
                  <a:schemeClr val="bg1"/>
                </a:solidFill>
              </a:defRPr>
            </a:lvl1pPr>
            <a:lvl2pPr marL="457189" indent="0">
              <a:buNone/>
              <a:defRPr sz="900"/>
            </a:lvl2pPr>
            <a:lvl3pPr marL="960067" indent="0">
              <a:buNone/>
              <a:defRPr sz="900"/>
            </a:lvl3pPr>
            <a:lvl4pPr marL="1417245" indent="0">
              <a:buNone/>
              <a:defRPr sz="900"/>
            </a:lvl4pPr>
            <a:lvl5pPr marL="1874423" indent="0">
              <a:buNone/>
              <a:defRPr sz="900"/>
            </a:lvl5pPr>
          </a:lstStyle>
          <a:p>
            <a:pPr lvl="0"/>
            <a:r>
              <a:rPr lang="en-US"/>
              <a:t>© Click to add photo credit</a:t>
            </a:r>
          </a:p>
        </p:txBody>
      </p:sp>
    </p:spTree>
    <p:extLst>
      <p:ext uri="{BB962C8B-B14F-4D97-AF65-F5344CB8AC3E}">
        <p14:creationId xmlns:p14="http://schemas.microsoft.com/office/powerpoint/2010/main" val="152999489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Projec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2E4674E-2848-4E6E-256D-6B460D2860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2508738"/>
            <a:ext cx="12192000" cy="434926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381000"/>
            <a:ext cx="5486400" cy="1493087"/>
          </a:xfrm>
          <a:prstGeom prst="rect">
            <a:avLst/>
          </a:prstGeom>
          <a:noFill/>
        </p:spPr>
        <p:txBody>
          <a:bodyPr wrap="square" lIns="0" tIns="91440" rIns="274320" bIns="0" anchor="t" anchorCtr="0">
            <a:noAutofit/>
          </a:bodyPr>
          <a:lstStyle>
            <a:lvl1pPr>
              <a:lnSpc>
                <a:spcPct val="100000"/>
              </a:lnSpc>
              <a:defRPr sz="1800" baseline="0"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en-US"/>
              <a:t>Tap to add Project Name/location/information</a:t>
            </a:r>
          </a:p>
        </p:txBody>
      </p:sp>
      <p:sp>
        <p:nvSpPr>
          <p:cNvPr id="7" name="Picture Placeholder 7">
            <a:extLst>
              <a:ext uri="{FF2B5EF4-FFF2-40B4-BE49-F238E27FC236}">
                <a16:creationId xmlns:a16="http://schemas.microsoft.com/office/drawing/2014/main" id="{C697C965-D028-4521-9374-54082BA4464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09598" y="1874087"/>
            <a:ext cx="5438777" cy="4450513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txBody>
          <a:bodyPr vert="horz" lIns="91440" tIns="91440" rIns="91440" bIns="91440" rtlCol="0" anchor="ctr">
            <a:noAutofit/>
          </a:bodyPr>
          <a:lstStyle>
            <a:lvl1pPr marL="0" indent="0" algn="ctr">
              <a:buNone/>
              <a:defRPr lang="en-US" sz="1600" dirty="0">
                <a:solidFill>
                  <a:schemeClr val="bg1"/>
                </a:solidFill>
              </a:defRPr>
            </a:lvl1pPr>
          </a:lstStyle>
          <a:p>
            <a:r>
              <a:rPr lang="en-US"/>
              <a:t>Insert Project Image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41F163BC-6F45-44FE-8998-3446B9CB004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139817" y="0"/>
            <a:ext cx="5442583" cy="331656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txBody>
          <a:bodyPr lIns="91440" tIns="91440" rIns="91440" bIns="91440" anchor="ctr"/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Project Image</a:t>
            </a:r>
          </a:p>
        </p:txBody>
      </p:sp>
      <p:sp>
        <p:nvSpPr>
          <p:cNvPr id="6" name="Picture Placeholder 7"/>
          <p:cNvSpPr>
            <a:spLocks noGrp="1"/>
          </p:cNvSpPr>
          <p:nvPr>
            <p:ph type="pic" sz="quarter" idx="10" hasCustomPrompt="1"/>
          </p:nvPr>
        </p:nvSpPr>
        <p:spPr>
          <a:xfrm>
            <a:off x="6139817" y="3409905"/>
            <a:ext cx="2688330" cy="2914695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txBody>
          <a:bodyPr lIns="91440" tIns="91440" rIns="91440" bIns="91440" anchor="ctr"/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Project Image</a:t>
            </a:r>
          </a:p>
        </p:txBody>
      </p:sp>
      <p:sp>
        <p:nvSpPr>
          <p:cNvPr id="5" name="Picture Placeholder 7">
            <a:extLst>
              <a:ext uri="{FF2B5EF4-FFF2-40B4-BE49-F238E27FC236}">
                <a16:creationId xmlns:a16="http://schemas.microsoft.com/office/drawing/2014/main" id="{5B28CA11-43D5-6D7B-1517-30824F621AA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8941695" y="3409905"/>
            <a:ext cx="2640705" cy="2914695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txBody>
          <a:bodyPr lIns="91440" tIns="91440" rIns="91440" bIns="91440" anchor="ctr"/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Project Image</a:t>
            </a:r>
          </a:p>
        </p:txBody>
      </p:sp>
    </p:spTree>
    <p:extLst>
      <p:ext uri="{BB962C8B-B14F-4D97-AF65-F5344CB8AC3E}">
        <p14:creationId xmlns:p14="http://schemas.microsoft.com/office/powerpoint/2010/main" val="240040272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7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solidFill>
            <a:schemeClr val="tx2"/>
          </a:solidFill>
        </p:spPr>
        <p:txBody>
          <a:bodyPr lIns="91440" tIns="91440" rIns="91440" bIns="91440" anchor="ctr"/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Project Image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 hasCustomPrompt="1"/>
          </p:nvPr>
        </p:nvSpPr>
        <p:spPr>
          <a:xfrm rot="16200000">
            <a:off x="10110787" y="4776787"/>
            <a:ext cx="3967163" cy="195263"/>
          </a:xfrm>
        </p:spPr>
        <p:txBody>
          <a:bodyPr lIns="91440" tIns="91440" rIns="91440" bIns="91440" anchor="ctr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bg1"/>
                </a:solidFill>
              </a:defRPr>
            </a:lvl1pPr>
            <a:lvl2pPr marL="457189" indent="0">
              <a:buNone/>
              <a:defRPr sz="900"/>
            </a:lvl2pPr>
            <a:lvl3pPr marL="960067" indent="0">
              <a:buNone/>
              <a:defRPr sz="900"/>
            </a:lvl3pPr>
            <a:lvl4pPr marL="1417245" indent="0">
              <a:buNone/>
              <a:defRPr sz="900"/>
            </a:lvl4pPr>
            <a:lvl5pPr marL="1874423" indent="0">
              <a:buNone/>
              <a:defRPr sz="900"/>
            </a:lvl5pPr>
          </a:lstStyle>
          <a:p>
            <a:pPr lvl="0"/>
            <a:r>
              <a:rPr lang="en-US"/>
              <a:t>© Click to add photo credit</a:t>
            </a:r>
          </a:p>
        </p:txBody>
      </p:sp>
    </p:spTree>
    <p:extLst>
      <p:ext uri="{BB962C8B-B14F-4D97-AF65-F5344CB8AC3E}">
        <p14:creationId xmlns:p14="http://schemas.microsoft.com/office/powerpoint/2010/main" val="55644127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Org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Tap to add Master Org Chart title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472722"/>
            <a:ext cx="10972800" cy="438467"/>
          </a:xfrm>
          <a:solidFill>
            <a:schemeClr val="accent1"/>
          </a:solidFill>
        </p:spPr>
        <p:txBody>
          <a:bodyPr lIns="91440" tIns="91440" rIns="91440" bIns="9144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400" b="1" baseline="0">
                <a:solidFill>
                  <a:schemeClr val="bg1"/>
                </a:solidFill>
              </a:defRPr>
            </a:lvl1pPr>
            <a:lvl2pPr marL="457189" indent="0">
              <a:buNone/>
              <a:defRPr sz="2400" b="1"/>
            </a:lvl2pPr>
            <a:lvl3pPr marL="960067" indent="0">
              <a:buNone/>
              <a:defRPr sz="2400" b="1"/>
            </a:lvl3pPr>
            <a:lvl4pPr marL="1417245" indent="0">
              <a:buNone/>
              <a:defRPr sz="2400" b="1"/>
            </a:lvl4pPr>
            <a:lvl5pPr marL="1874423" indent="0">
              <a:buNone/>
              <a:defRPr sz="2400" b="1"/>
            </a:lvl5pPr>
          </a:lstStyle>
          <a:p>
            <a:pPr lvl="0"/>
            <a:r>
              <a:rPr lang="en-US"/>
              <a:t>Tap to add Tier 1 Heading</a:t>
            </a:r>
          </a:p>
        </p:txBody>
      </p:sp>
      <p:sp>
        <p:nvSpPr>
          <p:cNvPr id="6" name="Text Placeholder 3"/>
          <p:cNvSpPr>
            <a:spLocks noGrp="1"/>
          </p:cNvSpPr>
          <p:nvPr>
            <p:ph type="body" sz="quarter" idx="11" hasCustomPrompt="1"/>
          </p:nvPr>
        </p:nvSpPr>
        <p:spPr>
          <a:xfrm>
            <a:off x="614172" y="3442075"/>
            <a:ext cx="10972800" cy="438467"/>
          </a:xfrm>
          <a:solidFill>
            <a:schemeClr val="bg2"/>
          </a:solidFill>
        </p:spPr>
        <p:txBody>
          <a:bodyPr lIns="91440" tIns="91440" rIns="91440" bIns="9144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400" b="1">
                <a:solidFill>
                  <a:schemeClr val="tx1"/>
                </a:solidFill>
              </a:defRPr>
            </a:lvl1pPr>
            <a:lvl2pPr marL="457189" indent="0">
              <a:buNone/>
              <a:defRPr sz="2400" b="1"/>
            </a:lvl2pPr>
            <a:lvl3pPr marL="960067" indent="0">
              <a:buNone/>
              <a:defRPr sz="2400" b="1"/>
            </a:lvl3pPr>
            <a:lvl4pPr marL="1417245" indent="0">
              <a:buNone/>
              <a:defRPr sz="2400" b="1"/>
            </a:lvl4pPr>
            <a:lvl5pPr marL="1874423" indent="0">
              <a:buNone/>
              <a:defRPr sz="2400" b="1"/>
            </a:lvl5pPr>
          </a:lstStyle>
          <a:p>
            <a:pPr lvl="0"/>
            <a:r>
              <a:rPr lang="en-US"/>
              <a:t>Tap to add Tier 2 Header</a:t>
            </a:r>
          </a:p>
        </p:txBody>
      </p:sp>
      <p:sp>
        <p:nvSpPr>
          <p:cNvPr id="27" name="Text Placeholder 7"/>
          <p:cNvSpPr>
            <a:spLocks noGrp="1"/>
          </p:cNvSpPr>
          <p:nvPr>
            <p:ph type="body" sz="quarter" idx="46" hasCustomPrompt="1"/>
          </p:nvPr>
        </p:nvSpPr>
        <p:spPr>
          <a:xfrm>
            <a:off x="591820" y="2093584"/>
            <a:ext cx="3200400" cy="228600"/>
          </a:xfrm>
        </p:spPr>
        <p:txBody>
          <a:bodyPr rIns="182880" anchor="b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1" baseline="0">
                <a:solidFill>
                  <a:schemeClr val="tx1"/>
                </a:solidFill>
              </a:defRPr>
            </a:lvl1pPr>
            <a:lvl2pPr marL="457189" indent="0">
              <a:buNone/>
              <a:defRPr sz="1800"/>
            </a:lvl2pPr>
            <a:lvl3pPr marL="960067" indent="0">
              <a:buNone/>
              <a:defRPr sz="1800"/>
            </a:lvl3pPr>
            <a:lvl4pPr marL="1417245" indent="0">
              <a:buNone/>
              <a:defRPr sz="1800"/>
            </a:lvl4pPr>
            <a:lvl5pPr marL="1874423" indent="0">
              <a:buNone/>
              <a:defRPr sz="1800"/>
            </a:lvl5pPr>
          </a:lstStyle>
          <a:p>
            <a:pPr lvl="0"/>
            <a:r>
              <a:rPr lang="en-US"/>
              <a:t>FirstName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28" name="Text Placeholder 7"/>
          <p:cNvSpPr>
            <a:spLocks noGrp="1"/>
          </p:cNvSpPr>
          <p:nvPr>
            <p:ph type="body" sz="quarter" idx="47" hasCustomPrompt="1"/>
          </p:nvPr>
        </p:nvSpPr>
        <p:spPr>
          <a:xfrm>
            <a:off x="591820" y="2397541"/>
            <a:ext cx="3200400" cy="557784"/>
          </a:xfrm>
        </p:spPr>
        <p:txBody>
          <a:bodyPr rIns="18288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0" i="1" baseline="0">
                <a:solidFill>
                  <a:schemeClr val="tx1"/>
                </a:solidFill>
              </a:defRPr>
            </a:lvl1pPr>
            <a:lvl2pPr marL="457189" indent="0">
              <a:buNone/>
              <a:defRPr sz="1800" b="0" i="1"/>
            </a:lvl2pPr>
            <a:lvl3pPr marL="960067" indent="0">
              <a:buNone/>
              <a:defRPr sz="1800" b="0" i="1"/>
            </a:lvl3pPr>
            <a:lvl4pPr marL="1417245" indent="0">
              <a:buNone/>
              <a:defRPr sz="1800" b="0" i="1"/>
            </a:lvl4pPr>
            <a:lvl5pPr marL="1874423" indent="0">
              <a:buNone/>
              <a:defRPr sz="1800" b="0" i="1"/>
            </a:lvl5pPr>
          </a:lstStyle>
          <a:p>
            <a:pPr lvl="0"/>
            <a:r>
              <a:rPr lang="en-US"/>
              <a:t>Business Title</a:t>
            </a:r>
          </a:p>
        </p:txBody>
      </p:sp>
      <p:sp>
        <p:nvSpPr>
          <p:cNvPr id="29" name="Text Placeholder 7"/>
          <p:cNvSpPr>
            <a:spLocks noGrp="1"/>
          </p:cNvSpPr>
          <p:nvPr>
            <p:ph type="body" sz="quarter" idx="48" hasCustomPrompt="1"/>
          </p:nvPr>
        </p:nvSpPr>
        <p:spPr>
          <a:xfrm>
            <a:off x="4495800" y="2093584"/>
            <a:ext cx="3200400" cy="228600"/>
          </a:xfrm>
        </p:spPr>
        <p:txBody>
          <a:bodyPr rIns="182880" anchor="b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1" baseline="0">
                <a:solidFill>
                  <a:schemeClr val="tx1"/>
                </a:solidFill>
              </a:defRPr>
            </a:lvl1pPr>
            <a:lvl2pPr marL="457189" indent="0">
              <a:buNone/>
              <a:defRPr sz="1800"/>
            </a:lvl2pPr>
            <a:lvl3pPr marL="960067" indent="0">
              <a:buNone/>
              <a:defRPr sz="1800"/>
            </a:lvl3pPr>
            <a:lvl4pPr marL="1417245" indent="0">
              <a:buNone/>
              <a:defRPr sz="1800"/>
            </a:lvl4pPr>
            <a:lvl5pPr marL="1874423" indent="0">
              <a:buNone/>
              <a:defRPr sz="1800"/>
            </a:lvl5pPr>
          </a:lstStyle>
          <a:p>
            <a:pPr lvl="0"/>
            <a:r>
              <a:rPr lang="en-US"/>
              <a:t>FirstName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30" name="Text Placeholder 7"/>
          <p:cNvSpPr>
            <a:spLocks noGrp="1"/>
          </p:cNvSpPr>
          <p:nvPr>
            <p:ph type="body" sz="quarter" idx="49" hasCustomPrompt="1"/>
          </p:nvPr>
        </p:nvSpPr>
        <p:spPr>
          <a:xfrm>
            <a:off x="4495800" y="2397541"/>
            <a:ext cx="3200400" cy="557784"/>
          </a:xfrm>
        </p:spPr>
        <p:txBody>
          <a:bodyPr rIns="18288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0" i="1" baseline="0">
                <a:solidFill>
                  <a:schemeClr val="tx1"/>
                </a:solidFill>
              </a:defRPr>
            </a:lvl1pPr>
            <a:lvl2pPr marL="457189" indent="0">
              <a:buNone/>
              <a:defRPr sz="1800" b="0" i="1"/>
            </a:lvl2pPr>
            <a:lvl3pPr marL="960067" indent="0">
              <a:buNone/>
              <a:defRPr sz="1800" b="0" i="1"/>
            </a:lvl3pPr>
            <a:lvl4pPr marL="1417245" indent="0">
              <a:buNone/>
              <a:defRPr sz="1800" b="0" i="1"/>
            </a:lvl4pPr>
            <a:lvl5pPr marL="1874423" indent="0">
              <a:buNone/>
              <a:defRPr sz="1800" b="0" i="1"/>
            </a:lvl5pPr>
          </a:lstStyle>
          <a:p>
            <a:pPr lvl="0"/>
            <a:r>
              <a:rPr lang="en-US"/>
              <a:t>Business Title</a:t>
            </a:r>
          </a:p>
        </p:txBody>
      </p:sp>
      <p:sp>
        <p:nvSpPr>
          <p:cNvPr id="31" name="Text Placeholder 7"/>
          <p:cNvSpPr>
            <a:spLocks noGrp="1"/>
          </p:cNvSpPr>
          <p:nvPr>
            <p:ph type="body" sz="quarter" idx="50" hasCustomPrompt="1"/>
          </p:nvPr>
        </p:nvSpPr>
        <p:spPr>
          <a:xfrm>
            <a:off x="8382000" y="2093584"/>
            <a:ext cx="3200400" cy="228600"/>
          </a:xfrm>
        </p:spPr>
        <p:txBody>
          <a:bodyPr rIns="182880" anchor="b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1" baseline="0">
                <a:solidFill>
                  <a:schemeClr val="tx1"/>
                </a:solidFill>
              </a:defRPr>
            </a:lvl1pPr>
            <a:lvl2pPr marL="457189" indent="0">
              <a:buNone/>
              <a:defRPr sz="1800"/>
            </a:lvl2pPr>
            <a:lvl3pPr marL="960067" indent="0">
              <a:buNone/>
              <a:defRPr sz="1800"/>
            </a:lvl3pPr>
            <a:lvl4pPr marL="1417245" indent="0">
              <a:buNone/>
              <a:defRPr sz="1800"/>
            </a:lvl4pPr>
            <a:lvl5pPr marL="1874423" indent="0">
              <a:buNone/>
              <a:defRPr sz="1800"/>
            </a:lvl5pPr>
          </a:lstStyle>
          <a:p>
            <a:pPr lvl="0"/>
            <a:r>
              <a:rPr lang="en-US"/>
              <a:t>FirstName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32" name="Text Placeholder 7"/>
          <p:cNvSpPr>
            <a:spLocks noGrp="1"/>
          </p:cNvSpPr>
          <p:nvPr>
            <p:ph type="body" sz="quarter" idx="51" hasCustomPrompt="1"/>
          </p:nvPr>
        </p:nvSpPr>
        <p:spPr>
          <a:xfrm>
            <a:off x="8382000" y="2397541"/>
            <a:ext cx="3200400" cy="557784"/>
          </a:xfrm>
        </p:spPr>
        <p:txBody>
          <a:bodyPr rIns="18288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0" i="1" baseline="0">
                <a:solidFill>
                  <a:schemeClr val="tx1"/>
                </a:solidFill>
              </a:defRPr>
            </a:lvl1pPr>
            <a:lvl2pPr marL="457189" indent="0">
              <a:buNone/>
              <a:defRPr sz="1800" b="0" i="1"/>
            </a:lvl2pPr>
            <a:lvl3pPr marL="960067" indent="0">
              <a:buNone/>
              <a:defRPr sz="1800" b="0" i="1"/>
            </a:lvl3pPr>
            <a:lvl4pPr marL="1417245" indent="0">
              <a:buNone/>
              <a:defRPr sz="1800" b="0" i="1"/>
            </a:lvl4pPr>
            <a:lvl5pPr marL="1874423" indent="0">
              <a:buNone/>
              <a:defRPr sz="1800" b="0" i="1"/>
            </a:lvl5pPr>
          </a:lstStyle>
          <a:p>
            <a:pPr lvl="0"/>
            <a:r>
              <a:rPr lang="en-US"/>
              <a:t>Business Title</a:t>
            </a:r>
          </a:p>
        </p:txBody>
      </p:sp>
      <p:sp>
        <p:nvSpPr>
          <p:cNvPr id="33" name="Text Placeholder 7"/>
          <p:cNvSpPr>
            <a:spLocks noGrp="1"/>
          </p:cNvSpPr>
          <p:nvPr>
            <p:ph type="body" sz="quarter" idx="52" hasCustomPrompt="1"/>
          </p:nvPr>
        </p:nvSpPr>
        <p:spPr>
          <a:xfrm>
            <a:off x="591820" y="4069507"/>
            <a:ext cx="3200400" cy="228600"/>
          </a:xfrm>
        </p:spPr>
        <p:txBody>
          <a:bodyPr rIns="182880" anchor="b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1" baseline="0">
                <a:solidFill>
                  <a:schemeClr val="tx1"/>
                </a:solidFill>
              </a:defRPr>
            </a:lvl1pPr>
            <a:lvl2pPr marL="457189" indent="0">
              <a:buNone/>
              <a:defRPr sz="1800"/>
            </a:lvl2pPr>
            <a:lvl3pPr marL="960067" indent="0">
              <a:buNone/>
              <a:defRPr sz="1800"/>
            </a:lvl3pPr>
            <a:lvl4pPr marL="1417245" indent="0">
              <a:buNone/>
              <a:defRPr sz="1800"/>
            </a:lvl4pPr>
            <a:lvl5pPr marL="1874423" indent="0">
              <a:buNone/>
              <a:defRPr sz="1800"/>
            </a:lvl5pPr>
          </a:lstStyle>
          <a:p>
            <a:pPr lvl="0"/>
            <a:r>
              <a:rPr lang="en-US"/>
              <a:t>FirstName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34" name="Text Placeholder 7"/>
          <p:cNvSpPr>
            <a:spLocks noGrp="1"/>
          </p:cNvSpPr>
          <p:nvPr>
            <p:ph type="body" sz="quarter" idx="53" hasCustomPrompt="1"/>
          </p:nvPr>
        </p:nvSpPr>
        <p:spPr>
          <a:xfrm>
            <a:off x="591820" y="4373464"/>
            <a:ext cx="3200400" cy="557784"/>
          </a:xfrm>
        </p:spPr>
        <p:txBody>
          <a:bodyPr rIns="18288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0" i="1" baseline="0">
                <a:solidFill>
                  <a:schemeClr val="tx1"/>
                </a:solidFill>
              </a:defRPr>
            </a:lvl1pPr>
            <a:lvl2pPr marL="457189" indent="0">
              <a:buNone/>
              <a:defRPr sz="1800" b="0" i="1"/>
            </a:lvl2pPr>
            <a:lvl3pPr marL="960067" indent="0">
              <a:buNone/>
              <a:defRPr sz="1800" b="0" i="1"/>
            </a:lvl3pPr>
            <a:lvl4pPr marL="1417245" indent="0">
              <a:buNone/>
              <a:defRPr sz="1800" b="0" i="1"/>
            </a:lvl4pPr>
            <a:lvl5pPr marL="1874423" indent="0">
              <a:buNone/>
              <a:defRPr sz="1800" b="0" i="1"/>
            </a:lvl5pPr>
          </a:lstStyle>
          <a:p>
            <a:pPr lvl="0"/>
            <a:r>
              <a:rPr lang="en-US"/>
              <a:t>Business Title</a:t>
            </a:r>
          </a:p>
        </p:txBody>
      </p:sp>
      <p:sp>
        <p:nvSpPr>
          <p:cNvPr id="35" name="Text Placeholder 7"/>
          <p:cNvSpPr>
            <a:spLocks noGrp="1"/>
          </p:cNvSpPr>
          <p:nvPr>
            <p:ph type="body" sz="quarter" idx="54" hasCustomPrompt="1"/>
          </p:nvPr>
        </p:nvSpPr>
        <p:spPr>
          <a:xfrm>
            <a:off x="4495800" y="4069507"/>
            <a:ext cx="3200400" cy="228600"/>
          </a:xfrm>
        </p:spPr>
        <p:txBody>
          <a:bodyPr rIns="182880" anchor="b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1" baseline="0">
                <a:solidFill>
                  <a:schemeClr val="tx1"/>
                </a:solidFill>
              </a:defRPr>
            </a:lvl1pPr>
            <a:lvl2pPr marL="457189" indent="0">
              <a:buNone/>
              <a:defRPr sz="1800"/>
            </a:lvl2pPr>
            <a:lvl3pPr marL="960067" indent="0">
              <a:buNone/>
              <a:defRPr sz="1800"/>
            </a:lvl3pPr>
            <a:lvl4pPr marL="1417245" indent="0">
              <a:buNone/>
              <a:defRPr sz="1800"/>
            </a:lvl4pPr>
            <a:lvl5pPr marL="1874423" indent="0">
              <a:buNone/>
              <a:defRPr sz="1800"/>
            </a:lvl5pPr>
          </a:lstStyle>
          <a:p>
            <a:pPr lvl="0"/>
            <a:r>
              <a:rPr lang="en-US"/>
              <a:t>FirstName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36" name="Text Placeholder 7"/>
          <p:cNvSpPr>
            <a:spLocks noGrp="1"/>
          </p:cNvSpPr>
          <p:nvPr>
            <p:ph type="body" sz="quarter" idx="55" hasCustomPrompt="1"/>
          </p:nvPr>
        </p:nvSpPr>
        <p:spPr>
          <a:xfrm>
            <a:off x="4495800" y="4373464"/>
            <a:ext cx="3200400" cy="557784"/>
          </a:xfrm>
        </p:spPr>
        <p:txBody>
          <a:bodyPr rIns="18288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0" i="1" baseline="0">
                <a:solidFill>
                  <a:schemeClr val="tx1"/>
                </a:solidFill>
              </a:defRPr>
            </a:lvl1pPr>
            <a:lvl2pPr marL="457189" indent="0">
              <a:buNone/>
              <a:defRPr sz="1800" b="0" i="1"/>
            </a:lvl2pPr>
            <a:lvl3pPr marL="960067" indent="0">
              <a:buNone/>
              <a:defRPr sz="1800" b="0" i="1"/>
            </a:lvl3pPr>
            <a:lvl4pPr marL="1417245" indent="0">
              <a:buNone/>
              <a:defRPr sz="1800" b="0" i="1"/>
            </a:lvl4pPr>
            <a:lvl5pPr marL="1874423" indent="0">
              <a:buNone/>
              <a:defRPr sz="1800" b="0" i="1"/>
            </a:lvl5pPr>
          </a:lstStyle>
          <a:p>
            <a:pPr lvl="0"/>
            <a:r>
              <a:rPr lang="en-US"/>
              <a:t>Business Title</a:t>
            </a:r>
          </a:p>
        </p:txBody>
      </p:sp>
      <p:sp>
        <p:nvSpPr>
          <p:cNvPr id="37" name="Text Placeholder 7"/>
          <p:cNvSpPr>
            <a:spLocks noGrp="1"/>
          </p:cNvSpPr>
          <p:nvPr>
            <p:ph type="body" sz="quarter" idx="56" hasCustomPrompt="1"/>
          </p:nvPr>
        </p:nvSpPr>
        <p:spPr>
          <a:xfrm>
            <a:off x="8382000" y="4069507"/>
            <a:ext cx="3200400" cy="228600"/>
          </a:xfrm>
        </p:spPr>
        <p:txBody>
          <a:bodyPr rIns="182880" anchor="b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1" baseline="0">
                <a:solidFill>
                  <a:schemeClr val="tx1"/>
                </a:solidFill>
              </a:defRPr>
            </a:lvl1pPr>
            <a:lvl2pPr marL="457189" indent="0">
              <a:buNone/>
              <a:defRPr sz="1800"/>
            </a:lvl2pPr>
            <a:lvl3pPr marL="960067" indent="0">
              <a:buNone/>
              <a:defRPr sz="1800"/>
            </a:lvl3pPr>
            <a:lvl4pPr marL="1417245" indent="0">
              <a:buNone/>
              <a:defRPr sz="1800"/>
            </a:lvl4pPr>
            <a:lvl5pPr marL="1874423" indent="0">
              <a:buNone/>
              <a:defRPr sz="1800"/>
            </a:lvl5pPr>
          </a:lstStyle>
          <a:p>
            <a:pPr lvl="0"/>
            <a:r>
              <a:rPr lang="en-US"/>
              <a:t>FirstName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38" name="Text Placeholder 7"/>
          <p:cNvSpPr>
            <a:spLocks noGrp="1"/>
          </p:cNvSpPr>
          <p:nvPr>
            <p:ph type="body" sz="quarter" idx="57" hasCustomPrompt="1"/>
          </p:nvPr>
        </p:nvSpPr>
        <p:spPr>
          <a:xfrm>
            <a:off x="8382000" y="4373464"/>
            <a:ext cx="3200400" cy="557784"/>
          </a:xfrm>
        </p:spPr>
        <p:txBody>
          <a:bodyPr rIns="18288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0" i="1" baseline="0">
                <a:solidFill>
                  <a:schemeClr val="tx1"/>
                </a:solidFill>
              </a:defRPr>
            </a:lvl1pPr>
            <a:lvl2pPr marL="457189" indent="0">
              <a:buNone/>
              <a:defRPr sz="1800" b="0" i="1"/>
            </a:lvl2pPr>
            <a:lvl3pPr marL="960067" indent="0">
              <a:buNone/>
              <a:defRPr sz="1800" b="0" i="1"/>
            </a:lvl3pPr>
            <a:lvl4pPr marL="1417245" indent="0">
              <a:buNone/>
              <a:defRPr sz="1800" b="0" i="1"/>
            </a:lvl4pPr>
            <a:lvl5pPr marL="1874423" indent="0">
              <a:buNone/>
              <a:defRPr sz="1800" b="0" i="1"/>
            </a:lvl5pPr>
          </a:lstStyle>
          <a:p>
            <a:pPr lvl="0"/>
            <a:r>
              <a:rPr lang="en-US"/>
              <a:t>Business Title</a:t>
            </a:r>
          </a:p>
        </p:txBody>
      </p:sp>
      <p:sp>
        <p:nvSpPr>
          <p:cNvPr id="39" name="Text Placeholder 7"/>
          <p:cNvSpPr>
            <a:spLocks noGrp="1"/>
          </p:cNvSpPr>
          <p:nvPr>
            <p:ph type="body" sz="quarter" idx="58" hasCustomPrompt="1"/>
          </p:nvPr>
        </p:nvSpPr>
        <p:spPr>
          <a:xfrm>
            <a:off x="591820" y="5295962"/>
            <a:ext cx="3200400" cy="228600"/>
          </a:xfrm>
        </p:spPr>
        <p:txBody>
          <a:bodyPr rIns="182880" anchor="b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1" baseline="0">
                <a:solidFill>
                  <a:schemeClr val="tx1"/>
                </a:solidFill>
              </a:defRPr>
            </a:lvl1pPr>
            <a:lvl2pPr marL="457189" indent="0">
              <a:buNone/>
              <a:defRPr sz="1800"/>
            </a:lvl2pPr>
            <a:lvl3pPr marL="960067" indent="0">
              <a:buNone/>
              <a:defRPr sz="1800"/>
            </a:lvl3pPr>
            <a:lvl4pPr marL="1417245" indent="0">
              <a:buNone/>
              <a:defRPr sz="1800"/>
            </a:lvl4pPr>
            <a:lvl5pPr marL="1874423" indent="0">
              <a:buNone/>
              <a:defRPr sz="1800"/>
            </a:lvl5pPr>
          </a:lstStyle>
          <a:p>
            <a:pPr lvl="0"/>
            <a:r>
              <a:rPr lang="en-US"/>
              <a:t>FirstName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40" name="Text Placeholder 7"/>
          <p:cNvSpPr>
            <a:spLocks noGrp="1"/>
          </p:cNvSpPr>
          <p:nvPr>
            <p:ph type="body" sz="quarter" idx="59" hasCustomPrompt="1"/>
          </p:nvPr>
        </p:nvSpPr>
        <p:spPr>
          <a:xfrm>
            <a:off x="591820" y="5599919"/>
            <a:ext cx="3200400" cy="557784"/>
          </a:xfrm>
        </p:spPr>
        <p:txBody>
          <a:bodyPr rIns="18288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0" i="1" baseline="0">
                <a:solidFill>
                  <a:schemeClr val="tx1"/>
                </a:solidFill>
              </a:defRPr>
            </a:lvl1pPr>
            <a:lvl2pPr marL="457189" indent="0">
              <a:buNone/>
              <a:defRPr sz="1800" b="0" i="1"/>
            </a:lvl2pPr>
            <a:lvl3pPr marL="960067" indent="0">
              <a:buNone/>
              <a:defRPr sz="1800" b="0" i="1"/>
            </a:lvl3pPr>
            <a:lvl4pPr marL="1417245" indent="0">
              <a:buNone/>
              <a:defRPr sz="1800" b="0" i="1"/>
            </a:lvl4pPr>
            <a:lvl5pPr marL="1874423" indent="0">
              <a:buNone/>
              <a:defRPr sz="1800" b="0" i="1"/>
            </a:lvl5pPr>
          </a:lstStyle>
          <a:p>
            <a:pPr lvl="0"/>
            <a:r>
              <a:rPr lang="en-US"/>
              <a:t>Business Title</a:t>
            </a:r>
          </a:p>
        </p:txBody>
      </p:sp>
      <p:sp>
        <p:nvSpPr>
          <p:cNvPr id="41" name="Text Placeholder 7"/>
          <p:cNvSpPr>
            <a:spLocks noGrp="1"/>
          </p:cNvSpPr>
          <p:nvPr>
            <p:ph type="body" sz="quarter" idx="60" hasCustomPrompt="1"/>
          </p:nvPr>
        </p:nvSpPr>
        <p:spPr>
          <a:xfrm>
            <a:off x="4495800" y="5295962"/>
            <a:ext cx="3200400" cy="228600"/>
          </a:xfrm>
        </p:spPr>
        <p:txBody>
          <a:bodyPr rIns="182880" anchor="b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1" baseline="0">
                <a:solidFill>
                  <a:schemeClr val="tx1"/>
                </a:solidFill>
              </a:defRPr>
            </a:lvl1pPr>
            <a:lvl2pPr marL="457189" indent="0">
              <a:buNone/>
              <a:defRPr sz="1800"/>
            </a:lvl2pPr>
            <a:lvl3pPr marL="960067" indent="0">
              <a:buNone/>
              <a:defRPr sz="1800"/>
            </a:lvl3pPr>
            <a:lvl4pPr marL="1417245" indent="0">
              <a:buNone/>
              <a:defRPr sz="1800"/>
            </a:lvl4pPr>
            <a:lvl5pPr marL="1874423" indent="0">
              <a:buNone/>
              <a:defRPr sz="1800"/>
            </a:lvl5pPr>
          </a:lstStyle>
          <a:p>
            <a:pPr lvl="0"/>
            <a:r>
              <a:rPr lang="en-US"/>
              <a:t>FirstName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42" name="Text Placeholder 7"/>
          <p:cNvSpPr>
            <a:spLocks noGrp="1"/>
          </p:cNvSpPr>
          <p:nvPr>
            <p:ph type="body" sz="quarter" idx="61" hasCustomPrompt="1"/>
          </p:nvPr>
        </p:nvSpPr>
        <p:spPr>
          <a:xfrm>
            <a:off x="4495800" y="5599919"/>
            <a:ext cx="3200400" cy="557784"/>
          </a:xfrm>
        </p:spPr>
        <p:txBody>
          <a:bodyPr rIns="18288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0" i="1" baseline="0">
                <a:solidFill>
                  <a:schemeClr val="tx1"/>
                </a:solidFill>
              </a:defRPr>
            </a:lvl1pPr>
            <a:lvl2pPr marL="457189" indent="0">
              <a:buNone/>
              <a:defRPr sz="1800" b="0" i="1"/>
            </a:lvl2pPr>
            <a:lvl3pPr marL="960067" indent="0">
              <a:buNone/>
              <a:defRPr sz="1800" b="0" i="1"/>
            </a:lvl3pPr>
            <a:lvl4pPr marL="1417245" indent="0">
              <a:buNone/>
              <a:defRPr sz="1800" b="0" i="1"/>
            </a:lvl4pPr>
            <a:lvl5pPr marL="1874423" indent="0">
              <a:buNone/>
              <a:defRPr sz="1800" b="0" i="1"/>
            </a:lvl5pPr>
          </a:lstStyle>
          <a:p>
            <a:pPr lvl="0"/>
            <a:r>
              <a:rPr lang="en-US"/>
              <a:t>Business Title</a:t>
            </a:r>
          </a:p>
        </p:txBody>
      </p:sp>
      <p:sp>
        <p:nvSpPr>
          <p:cNvPr id="43" name="Text Placeholder 7"/>
          <p:cNvSpPr>
            <a:spLocks noGrp="1"/>
          </p:cNvSpPr>
          <p:nvPr>
            <p:ph type="body" sz="quarter" idx="62" hasCustomPrompt="1"/>
          </p:nvPr>
        </p:nvSpPr>
        <p:spPr>
          <a:xfrm>
            <a:off x="8382000" y="5295962"/>
            <a:ext cx="3200400" cy="228600"/>
          </a:xfrm>
        </p:spPr>
        <p:txBody>
          <a:bodyPr rIns="182880" anchor="b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1" baseline="0">
                <a:solidFill>
                  <a:schemeClr val="tx1"/>
                </a:solidFill>
              </a:defRPr>
            </a:lvl1pPr>
            <a:lvl2pPr marL="457189" indent="0">
              <a:buNone/>
              <a:defRPr sz="1800"/>
            </a:lvl2pPr>
            <a:lvl3pPr marL="960067" indent="0">
              <a:buNone/>
              <a:defRPr sz="1800"/>
            </a:lvl3pPr>
            <a:lvl4pPr marL="1417245" indent="0">
              <a:buNone/>
              <a:defRPr sz="1800"/>
            </a:lvl4pPr>
            <a:lvl5pPr marL="1874423" indent="0">
              <a:buNone/>
              <a:defRPr sz="1800"/>
            </a:lvl5pPr>
          </a:lstStyle>
          <a:p>
            <a:pPr lvl="0"/>
            <a:r>
              <a:rPr lang="en-US"/>
              <a:t>FirstName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44" name="Text Placeholder 7"/>
          <p:cNvSpPr>
            <a:spLocks noGrp="1"/>
          </p:cNvSpPr>
          <p:nvPr>
            <p:ph type="body" sz="quarter" idx="63" hasCustomPrompt="1"/>
          </p:nvPr>
        </p:nvSpPr>
        <p:spPr>
          <a:xfrm>
            <a:off x="8382000" y="5599919"/>
            <a:ext cx="3200400" cy="557784"/>
          </a:xfrm>
        </p:spPr>
        <p:txBody>
          <a:bodyPr rIns="18288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0" i="1" baseline="0">
                <a:solidFill>
                  <a:schemeClr val="tx1"/>
                </a:solidFill>
              </a:defRPr>
            </a:lvl1pPr>
            <a:lvl2pPr marL="457189" indent="0">
              <a:buNone/>
              <a:defRPr sz="1800" b="0" i="1"/>
            </a:lvl2pPr>
            <a:lvl3pPr marL="960067" indent="0">
              <a:buNone/>
              <a:defRPr sz="1800" b="0" i="1"/>
            </a:lvl3pPr>
            <a:lvl4pPr marL="1417245" indent="0">
              <a:buNone/>
              <a:defRPr sz="1800" b="0" i="1"/>
            </a:lvl4pPr>
            <a:lvl5pPr marL="1874423" indent="0">
              <a:buNone/>
              <a:defRPr sz="1800" b="0" i="1"/>
            </a:lvl5pPr>
          </a:lstStyle>
          <a:p>
            <a:pPr lvl="0"/>
            <a:r>
              <a:rPr lang="en-US"/>
              <a:t>Business Title</a:t>
            </a:r>
          </a:p>
        </p:txBody>
      </p:sp>
    </p:spTree>
    <p:extLst>
      <p:ext uri="{BB962C8B-B14F-4D97-AF65-F5344CB8AC3E}">
        <p14:creationId xmlns:p14="http://schemas.microsoft.com/office/powerpoint/2010/main" val="358667415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OrgChart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1" hasCustomPrompt="1"/>
          </p:nvPr>
        </p:nvSpPr>
        <p:spPr>
          <a:xfrm>
            <a:off x="0" y="1356527"/>
            <a:ext cx="12192000" cy="5501473"/>
          </a:xfrm>
          <a:solidFill>
            <a:schemeClr val="bg2"/>
          </a:solidFill>
        </p:spPr>
        <p:txBody>
          <a:bodyPr lIns="91440" tIns="91440" rIns="91440" bIns="91440"/>
          <a:lstStyle>
            <a:lvl1pPr marL="0" marR="0" indent="0" algn="l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pPr marL="0" marR="0" lvl="0" indent="0" algn="l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Insert JPG/PNG of org chart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381000"/>
            <a:ext cx="10972800" cy="838200"/>
          </a:xfrm>
        </p:spPr>
        <p:txBody>
          <a:bodyPr anchor="t" anchorCtr="0"/>
          <a:lstStyle>
            <a:lvl1pPr algn="ctr">
              <a:defRPr/>
            </a:lvl1pPr>
          </a:lstStyle>
          <a:p>
            <a:r>
              <a:rPr lang="en-US"/>
              <a:t>Tap to add Master Org Chart title</a:t>
            </a:r>
          </a:p>
        </p:txBody>
      </p:sp>
    </p:spTree>
    <p:extLst>
      <p:ext uri="{BB962C8B-B14F-4D97-AF65-F5344CB8AC3E}">
        <p14:creationId xmlns:p14="http://schemas.microsoft.com/office/powerpoint/2010/main" val="285592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5235329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84840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381000"/>
            <a:ext cx="10972800" cy="83820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/>
          <a:p>
            <a:r>
              <a:rPr lang="en-US"/>
              <a:t>Tap to add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447800"/>
            <a:ext cx="10972800" cy="4876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Tap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015624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39" r:id="rId1"/>
    <p:sldLayoutId id="2147484448" r:id="rId2"/>
    <p:sldLayoutId id="2147484450" r:id="rId3"/>
    <p:sldLayoutId id="2147484452" r:id="rId4"/>
    <p:sldLayoutId id="2147484562" r:id="rId5"/>
    <p:sldLayoutId id="2147484464" r:id="rId6"/>
    <p:sldLayoutId id="2147484465" r:id="rId7"/>
    <p:sldLayoutId id="2147484466" r:id="rId8"/>
    <p:sldLayoutId id="2147484468" r:id="rId9"/>
    <p:sldLayoutId id="2147484461" r:id="rId10"/>
    <p:sldLayoutId id="2147484479" r:id="rId11"/>
    <p:sldLayoutId id="2147484571" r:id="rId12"/>
    <p:sldLayoutId id="2147484481" r:id="rId13"/>
    <p:sldLayoutId id="2147484474" r:id="rId14"/>
    <p:sldLayoutId id="2147484482" r:id="rId15"/>
    <p:sldLayoutId id="2147484475" r:id="rId16"/>
    <p:sldLayoutId id="2147484498" r:id="rId17"/>
    <p:sldLayoutId id="2147484499" r:id="rId18"/>
    <p:sldLayoutId id="2147484500" r:id="rId19"/>
    <p:sldLayoutId id="2147484501" r:id="rId20"/>
    <p:sldLayoutId id="2147484502" r:id="rId21"/>
    <p:sldLayoutId id="2147484503" r:id="rId22"/>
    <p:sldLayoutId id="2147484507" r:id="rId23"/>
    <p:sldLayoutId id="2147484567" r:id="rId24"/>
    <p:sldLayoutId id="2147484509" r:id="rId25"/>
    <p:sldLayoutId id="2147484522" r:id="rId26"/>
    <p:sldLayoutId id="2147484524" r:id="rId27"/>
    <p:sldLayoutId id="2147484525" r:id="rId28"/>
    <p:sldLayoutId id="2147484526" r:id="rId29"/>
  </p:sldLayoutIdLst>
  <p:hf sldNum="0" hdr="0" ftr="0"/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33357" indent="-233357" algn="l" defTabSz="914354" rtl="0" eaLnBrk="1" latinLnBrk="0" hangingPunct="1">
        <a:lnSpc>
          <a:spcPct val="90000"/>
        </a:lnSpc>
        <a:spcBef>
          <a:spcPts val="1200"/>
        </a:spcBef>
        <a:spcAft>
          <a:spcPts val="600"/>
        </a:spcAft>
        <a:buFont typeface="Arial" panose="020B0604020202020204" pitchFamily="34" charset="0"/>
        <a:buChar char="•"/>
        <a:defRPr sz="2400" kern="1200">
          <a:solidFill>
            <a:sysClr val="windowText" lastClr="000000"/>
          </a:solidFill>
          <a:latin typeface="+mj-lt"/>
          <a:ea typeface="+mn-ea"/>
          <a:cs typeface="+mn-cs"/>
        </a:defRPr>
      </a:lvl1pPr>
      <a:lvl2pPr marL="640064" indent="-182875" algn="l" defTabSz="914354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•"/>
        <a:defRPr sz="2000" kern="1200">
          <a:solidFill>
            <a:sysClr val="windowText" lastClr="000000"/>
          </a:solidFill>
          <a:latin typeface="+mj-lt"/>
          <a:ea typeface="+mn-ea"/>
          <a:cs typeface="+mn-cs"/>
        </a:defRPr>
      </a:lvl2pPr>
      <a:lvl3pPr marL="1142942" indent="-182875" algn="l" defTabSz="914354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•"/>
        <a:defRPr sz="1800" kern="1200">
          <a:solidFill>
            <a:sysClr val="windowText" lastClr="000000"/>
          </a:solidFill>
          <a:latin typeface="+mj-lt"/>
          <a:ea typeface="+mn-ea"/>
          <a:cs typeface="+mn-cs"/>
        </a:defRPr>
      </a:lvl3pPr>
      <a:lvl4pPr marL="1600120" indent="-182875" algn="l" defTabSz="914354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•"/>
        <a:defRPr sz="1600" kern="1200">
          <a:solidFill>
            <a:sysClr val="windowText" lastClr="000000"/>
          </a:solidFill>
          <a:latin typeface="+mj-lt"/>
          <a:ea typeface="+mn-ea"/>
          <a:cs typeface="+mn-cs"/>
        </a:defRPr>
      </a:lvl4pPr>
      <a:lvl5pPr marL="2057298" indent="-182875" algn="l" defTabSz="914354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•"/>
        <a:defRPr sz="1400" kern="1200">
          <a:solidFill>
            <a:sysClr val="windowText" lastClr="000000"/>
          </a:solidFill>
          <a:latin typeface="+mj-lt"/>
          <a:ea typeface="+mn-ea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384">
          <p15:clr>
            <a:srgbClr val="F26B43"/>
          </p15:clr>
        </p15:guide>
        <p15:guide id="4" orient="horz" pos="240">
          <p15:clr>
            <a:srgbClr val="F26B43"/>
          </p15:clr>
        </p15:guide>
        <p15:guide id="5" orient="horz" pos="3984">
          <p15:clr>
            <a:srgbClr val="F26B43"/>
          </p15:clr>
        </p15:guide>
        <p15:guide id="6" pos="729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4.png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10" Type="http://schemas.openxmlformats.org/officeDocument/2006/relationships/image" Target="../media/image7.png"/><Relationship Id="rId4" Type="http://schemas.openxmlformats.org/officeDocument/2006/relationships/image" Target="../media/image1.png"/><Relationship Id="rId9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AE1F74-DDAB-DD72-75E7-E78F5E17F0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_title">
            <a:extLst>
              <a:ext uri="{FF2B5EF4-FFF2-40B4-BE49-F238E27FC236}">
                <a16:creationId xmlns:a16="http://schemas.microsoft.com/office/drawing/2014/main" id="{F89794B9-D20E-FB79-40AC-82C3E958E54A}"/>
              </a:ext>
            </a:extLst>
          </p:cNvPr>
          <p:cNvSpPr txBox="1">
            <a:spLocks/>
          </p:cNvSpPr>
          <p:nvPr/>
        </p:nvSpPr>
        <p:spPr>
          <a:xfrm>
            <a:off x="609600" y="28114"/>
            <a:ext cx="10972800" cy="83820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l" defTabSz="91435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0" dirty="0"/>
              <a:t>Lancaster County Adult Detention Facility</a:t>
            </a:r>
          </a:p>
          <a:p>
            <a:r>
              <a:rPr lang="en-US" sz="1600" b="0" i="1" dirty="0"/>
              <a:t>Census Analyses</a:t>
            </a:r>
          </a:p>
        </p:txBody>
      </p:sp>
      <p:sp>
        <p:nvSpPr>
          <p:cNvPr id="4" name="slide_nbr">
            <a:extLst>
              <a:ext uri="{FF2B5EF4-FFF2-40B4-BE49-F238E27FC236}">
                <a16:creationId xmlns:a16="http://schemas.microsoft.com/office/drawing/2014/main" id="{DAF629A4-F536-A7F2-936E-ABB2ADBF4873}"/>
              </a:ext>
            </a:extLst>
          </p:cNvPr>
          <p:cNvSpPr txBox="1">
            <a:spLocks/>
          </p:cNvSpPr>
          <p:nvPr/>
        </p:nvSpPr>
        <p:spPr>
          <a:xfrm>
            <a:off x="9448800" y="6556716"/>
            <a:ext cx="2743200" cy="27317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r" defTabSz="914354" rtl="0" eaLnBrk="1" latinLnBrk="0" hangingPunct="1">
              <a:defRPr sz="1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7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6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07499E7-860C-4513-BFD9-E1533F80DC58}" type="slidenum">
              <a:rPr lang="en-US" smtClean="0">
                <a:solidFill>
                  <a:schemeClr val="accent1"/>
                </a:solidFill>
                <a:latin typeface="Arial Narrow" panose="020B0606020202030204" pitchFamily="34" charset="0"/>
              </a:rPr>
              <a:pPr/>
              <a:t>1</a:t>
            </a:fld>
            <a:endParaRPr lang="en-US">
              <a:solidFill>
                <a:schemeClr val="accent1"/>
              </a:solidFill>
              <a:latin typeface="Arial Narrow" panose="020B0606020202030204" pitchFamily="34" charset="0"/>
            </a:endParaRPr>
          </a:p>
          <a:p>
            <a:endParaRPr lang="en-US">
              <a:solidFill>
                <a:schemeClr val="accent1"/>
              </a:solidFill>
            </a:endParaRPr>
          </a:p>
        </p:txBody>
      </p:sp>
      <p:pic>
        <p:nvPicPr>
          <p:cNvPr id="24" name="vis_08_ols_arrivals_bar_image">
            <a:extLst>
              <a:ext uri="{FF2B5EF4-FFF2-40B4-BE49-F238E27FC236}">
                <a16:creationId xmlns:a16="http://schemas.microsoft.com/office/drawing/2014/main" id="{9823079B-1FE0-72AA-384F-D64AD086BB66}"/>
              </a:ext>
            </a:extLst>
          </p:cNvPr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11749"/>
            <a:ext cx="9692640" cy="5486400"/>
          </a:xfrm>
          <a:prstGeom prst="rect">
            <a:avLst/>
          </a:prstGeom>
        </p:spPr>
      </p:pic>
      <p:pic>
        <p:nvPicPr>
          <p:cNvPr id="28" name="vis_08_ols_arrivals_bar_title">
            <a:extLst>
              <a:ext uri="{FF2B5EF4-FFF2-40B4-BE49-F238E27FC236}">
                <a16:creationId xmlns:a16="http://schemas.microsoft.com/office/drawing/2014/main" id="{D1087F02-0043-F7F0-5CAD-26D416989F96}"/>
              </a:ext>
            </a:extLst>
          </p:cNvPr>
          <p:cNvPicPr>
            <a:picLocks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2" y="1000506"/>
            <a:ext cx="12188952" cy="274320"/>
          </a:xfrm>
          <a:prstGeom prst="rect">
            <a:avLst/>
          </a:prstGeom>
        </p:spPr>
      </p:pic>
      <p:sp>
        <p:nvSpPr>
          <p:cNvPr id="32" name="txt_cohort_id">
            <a:extLst>
              <a:ext uri="{FF2B5EF4-FFF2-40B4-BE49-F238E27FC236}">
                <a16:creationId xmlns:a16="http://schemas.microsoft.com/office/drawing/2014/main" id="{18C7F24C-273F-50FB-67C6-53DA21D88874}"/>
              </a:ext>
            </a:extLst>
          </p:cNvPr>
          <p:cNvSpPr txBox="1"/>
          <p:nvPr/>
        </p:nvSpPr>
        <p:spPr>
          <a:xfrm>
            <a:off x="-1" y="6567555"/>
            <a:ext cx="97391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>
                    <a:lumMod val="65000"/>
                  </a:schemeClr>
                </a:solidFill>
              </a:rPr>
              <a:t>.</a:t>
            </a:r>
          </a:p>
        </p:txBody>
      </p:sp>
      <p:pic>
        <p:nvPicPr>
          <p:cNvPr id="5" name="vis_08_ols_arrivals_bar_projection_table">
            <a:extLst>
              <a:ext uri="{FF2B5EF4-FFF2-40B4-BE49-F238E27FC236}">
                <a16:creationId xmlns:a16="http://schemas.microsoft.com/office/drawing/2014/main" id="{15D40CCA-2E89-D65A-A9F0-D15C7D884084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2640" y="1298063"/>
            <a:ext cx="2401829" cy="1969012"/>
          </a:xfrm>
          <a:prstGeom prst="rect">
            <a:avLst/>
          </a:prstGeom>
        </p:spPr>
      </p:pic>
      <p:pic>
        <p:nvPicPr>
          <p:cNvPr id="7" name="vis_08_ols_arrivals_bar_peak_projection_table">
            <a:extLst>
              <a:ext uri="{FF2B5EF4-FFF2-40B4-BE49-F238E27FC236}">
                <a16:creationId xmlns:a16="http://schemas.microsoft.com/office/drawing/2014/main" id="{201D0681-4280-C19D-C167-B45017A0B063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2640" y="3228005"/>
            <a:ext cx="2401829" cy="1969012"/>
          </a:xfrm>
          <a:prstGeom prst="rect">
            <a:avLst/>
          </a:prstGeom>
        </p:spPr>
      </p:pic>
      <p:pic>
        <p:nvPicPr>
          <p:cNvPr id="10" name="vis_08_ols_arrivals_bar_legend">
            <a:extLst>
              <a:ext uri="{FF2B5EF4-FFF2-40B4-BE49-F238E27FC236}">
                <a16:creationId xmlns:a16="http://schemas.microsoft.com/office/drawing/2014/main" id="{7D8CD4B0-8C1A-85B2-3727-CE732254E244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9116" y="5304222"/>
            <a:ext cx="2069596" cy="1164338"/>
          </a:xfrm>
          <a:prstGeom prst="rect">
            <a:avLst/>
          </a:prstGeom>
        </p:spPr>
      </p:pic>
      <p:pic>
        <p:nvPicPr>
          <p:cNvPr id="17" name="vis_08_ols_arrivals_bar_peak_point">
            <a:extLst>
              <a:ext uri="{FF2B5EF4-FFF2-40B4-BE49-F238E27FC236}">
                <a16:creationId xmlns:a16="http://schemas.microsoft.com/office/drawing/2014/main" id="{6CE70D2D-B996-F383-F0FB-986FFE2391E8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527435"/>
            <a:ext cx="1371603" cy="630937"/>
          </a:xfrm>
          <a:prstGeom prst="rect">
            <a:avLst/>
          </a:prstGeom>
        </p:spPr>
      </p:pic>
      <p:pic>
        <p:nvPicPr>
          <p:cNvPr id="2" name="vis_08_ols_arrivals_bar_trend">
            <a:extLst>
              <a:ext uri="{FF2B5EF4-FFF2-40B4-BE49-F238E27FC236}">
                <a16:creationId xmlns:a16="http://schemas.microsoft.com/office/drawing/2014/main" id="{5AB6C225-3615-F7EB-EC6A-183C58DF8139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54184" y="134793"/>
            <a:ext cx="2078740" cy="62484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02748135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ISUAL_ID" val="vis_08"/>
</p:tagLst>
</file>

<file path=ppt/theme/theme1.xml><?xml version="1.0" encoding="utf-8"?>
<a:theme xmlns:a="http://schemas.openxmlformats.org/drawingml/2006/main" name="HDR_Whitebkg_Blue">
  <a:themeElements>
    <a:clrScheme name="HDR_Blue_Template">
      <a:dk1>
        <a:sysClr val="windowText" lastClr="000000"/>
      </a:dk1>
      <a:lt1>
        <a:sysClr val="window" lastClr="FFFFFF"/>
      </a:lt1>
      <a:dk2>
        <a:srgbClr val="54585A"/>
      </a:dk2>
      <a:lt2>
        <a:srgbClr val="E3E4E5"/>
      </a:lt2>
      <a:accent1>
        <a:srgbClr val="377F98"/>
      </a:accent1>
      <a:accent2>
        <a:srgbClr val="FF8201"/>
      </a:accent2>
      <a:accent3>
        <a:srgbClr val="FFC600"/>
      </a:accent3>
      <a:accent4>
        <a:srgbClr val="4B772A"/>
      </a:accent4>
      <a:accent5>
        <a:srgbClr val="01426A"/>
      </a:accent5>
      <a:accent6>
        <a:srgbClr val="772583"/>
      </a:accent6>
      <a:hlink>
        <a:srgbClr val="0070C0"/>
      </a:hlink>
      <a:folHlink>
        <a:srgbClr val="BFBFBF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owerPoint_Template_Blue_040224.pptx" id="{94843DD9-3F3D-4C60-B416-3F36F55B4089}" vid="{B019E783-B567-4F67-856C-38909E95EBF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C05FC438C08F64C9132B6FBC0D96311" ma:contentTypeVersion="24" ma:contentTypeDescription="Create a new document." ma:contentTypeScope="" ma:versionID="22d494908fdf90bc6988f706955fa32f">
  <xsd:schema xmlns:xsd="http://www.w3.org/2001/XMLSchema" xmlns:xs="http://www.w3.org/2001/XMLSchema" xmlns:p="http://schemas.microsoft.com/office/2006/metadata/properties" xmlns:ns1="http://schemas.microsoft.com/sharepoint/v3" xmlns:ns2="05b33221-363d-4d44-afe3-1e10ae3da870" xmlns:ns3="94c2ac1f-262f-4a65-a5e7-6f8add8435c5" targetNamespace="http://schemas.microsoft.com/office/2006/metadata/properties" ma:root="true" ma:fieldsID="30436de7bd3c53d79405fd25fdac0caa" ns1:_="" ns2:_="" ns3:_="">
    <xsd:import namespace="http://schemas.microsoft.com/sharepoint/v3"/>
    <xsd:import namespace="05b33221-363d-4d44-afe3-1e10ae3da870"/>
    <xsd:import namespace="94c2ac1f-262f-4a65-a5e7-6f8add8435c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LengthInSeconds" minOccurs="0"/>
                <xsd:element ref="ns3:TaxCatchAll" minOccurs="0"/>
                <xsd:element ref="ns2:lcf76f155ced4ddcb4097134ff3c332f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  <xsd:element ref="ns1:_ip_UnifiedCompliancePolicyProperties" minOccurs="0"/>
                <xsd:element ref="ns1:_ip_UnifiedCompliancePolicyUIAc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7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8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5b33221-363d-4d44-afe3-1e10ae3da87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18099e0b-e00c-469a-8e3e-581119cc870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4c2ac1f-262f-4a65-a5e7-6f8add8435c5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6e3b355f-403c-405f-96a5-6b417d7f1bd1}" ma:internalName="TaxCatchAll" ma:showField="CatchAllData" ma:web="94c2ac1f-262f-4a65-a5e7-6f8add8435c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5b33221-363d-4d44-afe3-1e10ae3da870">
      <Terms xmlns="http://schemas.microsoft.com/office/infopath/2007/PartnerControls"/>
    </lcf76f155ced4ddcb4097134ff3c332f>
    <TaxCatchAll xmlns="94c2ac1f-262f-4a65-a5e7-6f8add8435c5" xsi:nil="true"/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Props1.xml><?xml version="1.0" encoding="utf-8"?>
<ds:datastoreItem xmlns:ds="http://schemas.openxmlformats.org/officeDocument/2006/customXml" ds:itemID="{2A1CCD50-0B2F-4685-A6F7-F328002129B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F701559-4F1E-4B9D-BE8F-E04DDEF875C7}">
  <ds:schemaRefs>
    <ds:schemaRef ds:uri="05b33221-363d-4d44-afe3-1e10ae3da870"/>
    <ds:schemaRef ds:uri="94c2ac1f-262f-4a65-a5e7-6f8add8435c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49FE8081-5A08-4CEC-98F7-B9DDB3604F60}">
  <ds:schemaRefs>
    <ds:schemaRef ds:uri="05b33221-363d-4d44-afe3-1e10ae3da870"/>
    <ds:schemaRef ds:uri="94c2ac1f-262f-4a65-a5e7-6f8add8435c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5563d9c4-1af6-4d5e-894d-8f5a4315f709}" enabled="1" method="Privileged" siteId="{3667e201-cbdc-48b3-9b42-5d2d3f16e2a9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PowerPoint_Template_Blue_040224</Template>
  <TotalTime>2505</TotalTime>
  <Words>10</Words>
  <Application>Microsoft Office PowerPoint</Application>
  <PresentationFormat>Widescreen</PresentationFormat>
  <Paragraphs>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Arial Narrow</vt:lpstr>
      <vt:lpstr>Calibri</vt:lpstr>
      <vt:lpstr>HDR_Whitebkg_Blue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Heithoff, Abigail</dc:creator>
  <cp:lastModifiedBy>Edwards, Michael</cp:lastModifiedBy>
  <cp:revision>34</cp:revision>
  <cp:lastPrinted>2024-03-19T13:40:49Z</cp:lastPrinted>
  <dcterms:created xsi:type="dcterms:W3CDTF">2025-05-06T17:20:06Z</dcterms:created>
  <dcterms:modified xsi:type="dcterms:W3CDTF">2026-09-23T17:23:06Z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0x0101007C05FC438C08F64C9132B6FBC0D96311</vt:lpwstr>
  </property>
</Properties>
</file>